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9" r:id="rId9"/>
    <p:sldId id="263" r:id="rId10"/>
    <p:sldId id="270" r:id="rId11"/>
    <p:sldId id="262" r:id="rId12"/>
    <p:sldId id="271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CA0D189-8253-4E3C-6049-F26C1394D7DC}">
          <p14:sldIdLst>
            <p14:sldId id="256"/>
            <p14:sldId id="257"/>
            <p14:sldId id="258"/>
          </p14:sldIdLst>
        </p14:section>
        <p14:section name="Findings" id="{1ADC5F24-3227-73E2-98C0-D0004BA4E588}">
          <p14:sldIdLst>
            <p14:sldId id="259"/>
            <p14:sldId id="260"/>
            <p14:sldId id="268"/>
            <p14:sldId id="261"/>
            <p14:sldId id="269"/>
            <p14:sldId id="263"/>
            <p14:sldId id="270"/>
            <p14:sldId id="262"/>
            <p14:sldId id="271"/>
            <p14:sldId id="264"/>
          </p14:sldIdLst>
        </p14:section>
        <p14:section name="Wrap-up" id="{27DB3D1E-A9B5-3E85-E994-6B7F65DC699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ode.sauravi28@gmail.com" userId="697cdf47ab7ca242" providerId="LiveId" clId="{6A36D47F-8D11-48F4-9A4C-4421F9ADC6CF}"/>
    <pc:docChg chg="undo redo custSel addSld modSld sldOrd modSection">
      <pc:chgData name="sarode.sauravi28@gmail.com" userId="697cdf47ab7ca242" providerId="LiveId" clId="{6A36D47F-8D11-48F4-9A4C-4421F9ADC6CF}" dt="2026-10-10T17:53:58.305" v="290" actId="20577"/>
      <pc:docMkLst>
        <pc:docMk/>
      </pc:docMkLst>
      <pc:sldChg chg="addSp modSp mod">
        <pc:chgData name="sarode.sauravi28@gmail.com" userId="697cdf47ab7ca242" providerId="LiveId" clId="{6A36D47F-8D11-48F4-9A4C-4421F9ADC6CF}" dt="2026-10-10T08:21:18.251" v="35" actId="14100"/>
        <pc:sldMkLst>
          <pc:docMk/>
          <pc:sldMk cId="0" sldId="256"/>
        </pc:sldMkLst>
        <pc:spChg chg="mod">
          <ac:chgData name="sarode.sauravi28@gmail.com" userId="697cdf47ab7ca242" providerId="LiveId" clId="{6A36D47F-8D11-48F4-9A4C-4421F9ADC6CF}" dt="2026-10-10T08:16:23.637" v="2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08:21:18.251" v="35" actId="14100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arode.sauravi28@gmail.com" userId="697cdf47ab7ca242" providerId="LiveId" clId="{6A36D47F-8D11-48F4-9A4C-4421F9ADC6CF}" dt="2026-10-10T08:20:27.291" v="33"/>
          <ac:spMkLst>
            <pc:docMk/>
            <pc:sldMk cId="0" sldId="256"/>
            <ac:spMk id="6" creationId="{FAC7727C-7533-3EE0-335F-297586BEE1B6}"/>
          </ac:spMkLst>
        </pc:spChg>
      </pc:sldChg>
      <pc:sldChg chg="modSp mod">
        <pc:chgData name="sarode.sauravi28@gmail.com" userId="697cdf47ab7ca242" providerId="LiveId" clId="{6A36D47F-8D11-48F4-9A4C-4421F9ADC6CF}" dt="2026-10-10T17:52:42.445" v="288" actId="20577"/>
        <pc:sldMkLst>
          <pc:docMk/>
          <pc:sldMk cId="0" sldId="257"/>
        </pc:sldMkLst>
        <pc:spChg chg="mod">
          <ac:chgData name="sarode.sauravi28@gmail.com" userId="697cdf47ab7ca242" providerId="LiveId" clId="{6A36D47F-8D11-48F4-9A4C-4421F9ADC6CF}" dt="2026-10-10T16:56:40.796" v="154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52:42.445" v="28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08:25:48.881" v="41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10T17:53:58.305" v="290" actId="20577"/>
        <pc:sldMkLst>
          <pc:docMk/>
          <pc:sldMk cId="0" sldId="258"/>
        </pc:sldMkLst>
        <pc:spChg chg="mod">
          <ac:chgData name="sarode.sauravi28@gmail.com" userId="697cdf47ab7ca242" providerId="LiveId" clId="{6A36D47F-8D11-48F4-9A4C-4421F9ADC6CF}" dt="2026-10-10T16:56:50.547" v="155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53:58.305" v="290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08:30:02.240" v="42" actId="20577"/>
          <ac:spMkLst>
            <pc:docMk/>
            <pc:sldMk cId="0" sldId="258"/>
            <ac:spMk id="23" creationId="{00000000-0000-0000-0000-000000000000}"/>
          </ac:spMkLst>
        </pc:spChg>
      </pc:sldChg>
      <pc:sldChg chg="addSp delSp modSp mod">
        <pc:chgData name="sarode.sauravi28@gmail.com" userId="697cdf47ab7ca242" providerId="LiveId" clId="{6A36D47F-8D11-48F4-9A4C-4421F9ADC6CF}" dt="2026-10-10T08:44:59.774" v="104" actId="14100"/>
        <pc:sldMkLst>
          <pc:docMk/>
          <pc:sldMk cId="0" sldId="259"/>
        </pc:sldMkLst>
        <pc:spChg chg="mod">
          <ac:chgData name="sarode.sauravi28@gmail.com" userId="697cdf47ab7ca242" providerId="LiveId" clId="{6A36D47F-8D11-48F4-9A4C-4421F9ADC6CF}" dt="2026-10-10T08:44:47.724" v="103" actId="1076"/>
          <ac:spMkLst>
            <pc:docMk/>
            <pc:sldMk cId="0" sldId="259"/>
            <ac:spMk id="2" creationId="{00000000-0000-0000-0000-000000000000}"/>
          </ac:spMkLst>
        </pc:spChg>
        <pc:spChg chg="del">
          <ac:chgData name="sarode.sauravi28@gmail.com" userId="697cdf47ab7ca242" providerId="LiveId" clId="{6A36D47F-8D11-48F4-9A4C-4421F9ADC6CF}" dt="2026-10-10T08:36:22.338" v="92" actId="478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08:36:19.926" v="91" actId="478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08:34:44.767" v="72" actId="478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08:34:47.200" v="74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08:34:49.574" v="76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sarode.sauravi28@gmail.com" userId="697cdf47ab7ca242" providerId="LiveId" clId="{6A36D47F-8D11-48F4-9A4C-4421F9ADC6CF}" dt="2026-10-10T08:34:50.956" v="77" actId="478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08:34:53.518" v="79" actId="478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08:34:56.367" v="81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arode.sauravi28@gmail.com" userId="697cdf47ab7ca242" providerId="LiveId" clId="{6A36D47F-8D11-48F4-9A4C-4421F9ADC6CF}" dt="2026-10-10T08:34:58.565" v="82" actId="478"/>
          <ac:spMkLst>
            <pc:docMk/>
            <pc:sldMk cId="0" sldId="259"/>
            <ac:spMk id="11" creationId="{00000000-0000-0000-0000-000000000000}"/>
          </ac:spMkLst>
        </pc:spChg>
        <pc:picChg chg="add mod">
          <ac:chgData name="sarode.sauravi28@gmail.com" userId="697cdf47ab7ca242" providerId="LiveId" clId="{6A36D47F-8D11-48F4-9A4C-4421F9ADC6CF}" dt="2026-10-10T08:44:59.774" v="104" actId="14100"/>
          <ac:picMkLst>
            <pc:docMk/>
            <pc:sldMk cId="0" sldId="259"/>
            <ac:picMk id="13" creationId="{BF1E7C9B-61AB-018C-4855-E39D9261474D}"/>
          </ac:picMkLst>
        </pc:picChg>
      </pc:sldChg>
      <pc:sldChg chg="modSp mod">
        <pc:chgData name="sarode.sauravi28@gmail.com" userId="697cdf47ab7ca242" providerId="LiveId" clId="{6A36D47F-8D11-48F4-9A4C-4421F9ADC6CF}" dt="2026-10-10T16:57:14.374" v="156" actId="255"/>
        <pc:sldMkLst>
          <pc:docMk/>
          <pc:sldMk cId="0" sldId="260"/>
        </pc:sldMkLst>
        <pc:spChg chg="mod">
          <ac:chgData name="sarode.sauravi28@gmail.com" userId="697cdf47ab7ca242" providerId="LiveId" clId="{6A36D47F-8D11-48F4-9A4C-4421F9ADC6CF}" dt="2026-10-10T16:57:14.374" v="156" actId="255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10T17:02:36.218" v="169" actId="27918"/>
        <pc:sldMkLst>
          <pc:docMk/>
          <pc:sldMk cId="0" sldId="261"/>
        </pc:sldMkLst>
        <pc:spChg chg="mod">
          <ac:chgData name="sarode.sauravi28@gmail.com" userId="697cdf47ab7ca242" providerId="LiveId" clId="{6A36D47F-8D11-48F4-9A4C-4421F9ADC6CF}" dt="2026-10-10T16:59:21.839" v="158" actId="255"/>
          <ac:spMkLst>
            <pc:docMk/>
            <pc:sldMk cId="0" sldId="261"/>
            <ac:spMk id="2" creationId="{00000000-0000-0000-0000-000000000000}"/>
          </ac:spMkLst>
        </pc:spChg>
        <pc:graphicFrameChg chg="mod">
          <ac:chgData name="sarode.sauravi28@gmail.com" userId="697cdf47ab7ca242" providerId="LiveId" clId="{6A36D47F-8D11-48F4-9A4C-4421F9ADC6CF}" dt="2026-10-10T17:02:30.538" v="167"/>
          <ac:graphicFrameMkLst>
            <pc:docMk/>
            <pc:sldMk cId="0" sldId="261"/>
            <ac:graphicFrameMk id="3" creationId="{00000000-0000-0000-0000-000000000000}"/>
          </ac:graphicFrameMkLst>
        </pc:graphicFrameChg>
      </pc:sldChg>
      <pc:sldChg chg="addSp delSp modSp mod ord">
        <pc:chgData name="sarode.sauravi28@gmail.com" userId="697cdf47ab7ca242" providerId="LiveId" clId="{6A36D47F-8D11-48F4-9A4C-4421F9ADC6CF}" dt="2026-10-10T17:28:26.991" v="215" actId="255"/>
        <pc:sldMkLst>
          <pc:docMk/>
          <pc:sldMk cId="0" sldId="262"/>
        </pc:sldMkLst>
        <pc:spChg chg="mod">
          <ac:chgData name="sarode.sauravi28@gmail.com" userId="697cdf47ab7ca242" providerId="LiveId" clId="{6A36D47F-8D11-48F4-9A4C-4421F9ADC6CF}" dt="2026-10-10T17:28:26.991" v="215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6:51:24.066" v="111" actId="1076"/>
          <ac:spMkLst>
            <pc:docMk/>
            <pc:sldMk cId="0" sldId="262"/>
            <ac:spMk id="5" creationId="{00000000-0000-0000-0000-000000000000}"/>
          </ac:spMkLst>
        </pc:spChg>
        <pc:spChg chg="add del">
          <ac:chgData name="sarode.sauravi28@gmail.com" userId="697cdf47ab7ca242" providerId="LiveId" clId="{6A36D47F-8D11-48F4-9A4C-4421F9ADC6CF}" dt="2026-10-10T16:51:25.649" v="112" actId="11529"/>
          <ac:spMkLst>
            <pc:docMk/>
            <pc:sldMk cId="0" sldId="262"/>
            <ac:spMk id="14" creationId="{99EE9C52-23CB-3554-99E4-E90606844572}"/>
          </ac:spMkLst>
        </pc:spChg>
      </pc:sldChg>
      <pc:sldChg chg="modSp mod">
        <pc:chgData name="sarode.sauravi28@gmail.com" userId="697cdf47ab7ca242" providerId="LiveId" clId="{6A36D47F-8D11-48F4-9A4C-4421F9ADC6CF}" dt="2026-10-10T17:07:36.572" v="206" actId="255"/>
        <pc:sldMkLst>
          <pc:docMk/>
          <pc:sldMk cId="0" sldId="263"/>
        </pc:sldMkLst>
        <pc:spChg chg="mod">
          <ac:chgData name="sarode.sauravi28@gmail.com" userId="697cdf47ab7ca242" providerId="LiveId" clId="{6A36D47F-8D11-48F4-9A4C-4421F9ADC6CF}" dt="2026-10-10T17:07:36.572" v="206" actId="255"/>
          <ac:spMkLst>
            <pc:docMk/>
            <pc:sldMk cId="0" sldId="263"/>
            <ac:spMk id="2" creationId="{00000000-0000-0000-0000-000000000000}"/>
          </ac:spMkLst>
        </pc:spChg>
      </pc:sldChg>
      <pc:sldChg chg="addSp delSp modSp mod">
        <pc:chgData name="sarode.sauravi28@gmail.com" userId="697cdf47ab7ca242" providerId="LiveId" clId="{6A36D47F-8D11-48F4-9A4C-4421F9ADC6CF}" dt="2026-10-10T17:50:16.415" v="286" actId="255"/>
        <pc:sldMkLst>
          <pc:docMk/>
          <pc:sldMk cId="0" sldId="264"/>
        </pc:sldMkLst>
        <pc:spChg chg="mod">
          <ac:chgData name="sarode.sauravi28@gmail.com" userId="697cdf47ab7ca242" providerId="LiveId" clId="{6A36D47F-8D11-48F4-9A4C-4421F9ADC6CF}" dt="2026-10-10T17:43:53.803" v="253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49:54.946" v="280" actId="14100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sarode.sauravi28@gmail.com" userId="697cdf47ab7ca242" providerId="LiveId" clId="{6A36D47F-8D11-48F4-9A4C-4421F9ADC6CF}" dt="2026-10-10T17:43:28.539" v="247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49:58.744" v="281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50:00.993" v="282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50:03.260" v="283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50:06.222" v="284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sarode.sauravi28@gmail.com" userId="697cdf47ab7ca242" providerId="LiveId" clId="{6A36D47F-8D11-48F4-9A4C-4421F9ADC6CF}" dt="2026-10-10T17:50:16.415" v="286" actId="255"/>
          <ac:spMkLst>
            <pc:docMk/>
            <pc:sldMk cId="0" sldId="264"/>
            <ac:spMk id="9" creationId="{00000000-0000-0000-0000-000000000000}"/>
          </ac:spMkLst>
        </pc:spChg>
        <pc:picChg chg="add del mod">
          <ac:chgData name="sarode.sauravi28@gmail.com" userId="697cdf47ab7ca242" providerId="LiveId" clId="{6A36D47F-8D11-48F4-9A4C-4421F9ADC6CF}" dt="2026-10-10T17:43:16.912" v="244" actId="478"/>
          <ac:picMkLst>
            <pc:docMk/>
            <pc:sldMk cId="0" sldId="264"/>
            <ac:picMk id="11" creationId="{D7332F7A-8F1D-62E8-D6E9-EC46D290E6AF}"/>
          </ac:picMkLst>
        </pc:picChg>
        <pc:picChg chg="add del">
          <ac:chgData name="sarode.sauravi28@gmail.com" userId="697cdf47ab7ca242" providerId="LiveId" clId="{6A36D47F-8D11-48F4-9A4C-4421F9ADC6CF}" dt="2026-10-10T17:44:59.359" v="264" actId="22"/>
          <ac:picMkLst>
            <pc:docMk/>
            <pc:sldMk cId="0" sldId="264"/>
            <ac:picMk id="13" creationId="{CB9A8065-79AB-37EF-6BE7-BED3B0A23085}"/>
          </ac:picMkLst>
        </pc:picChg>
        <pc:picChg chg="add mod">
          <ac:chgData name="sarode.sauravi28@gmail.com" userId="697cdf47ab7ca242" providerId="LiveId" clId="{6A36D47F-8D11-48F4-9A4C-4421F9ADC6CF}" dt="2026-10-10T17:49:45.823" v="278" actId="14100"/>
          <ac:picMkLst>
            <pc:docMk/>
            <pc:sldMk cId="0" sldId="264"/>
            <ac:picMk id="15" creationId="{8B84F4C6-5D85-F1E2-A7C7-B6EA3F1E5503}"/>
          </ac:picMkLst>
        </pc:picChg>
        <pc:picChg chg="add del mod">
          <ac:chgData name="sarode.sauravi28@gmail.com" userId="697cdf47ab7ca242" providerId="LiveId" clId="{6A36D47F-8D11-48F4-9A4C-4421F9ADC6CF}" dt="2026-10-10T17:49:42.707" v="277" actId="14100"/>
          <ac:picMkLst>
            <pc:docMk/>
            <pc:sldMk cId="0" sldId="264"/>
            <ac:picMk id="17" creationId="{F4C5FD19-ADF2-882C-AFC4-3570FFB31332}"/>
          </ac:picMkLst>
        </pc:picChg>
      </pc:sldChg>
      <pc:sldChg chg="modSp mod">
        <pc:chgData name="sarode.sauravi28@gmail.com" userId="697cdf47ab7ca242" providerId="LiveId" clId="{6A36D47F-8D11-48F4-9A4C-4421F9ADC6CF}" dt="2026-10-10T17:33:21.917" v="226" actId="255"/>
        <pc:sldMkLst>
          <pc:docMk/>
          <pc:sldMk cId="0" sldId="265"/>
        </pc:sldMkLst>
        <pc:spChg chg="mod">
          <ac:chgData name="sarode.sauravi28@gmail.com" userId="697cdf47ab7ca242" providerId="LiveId" clId="{6A36D47F-8D11-48F4-9A4C-4421F9ADC6CF}" dt="2026-10-10T17:33:21.917" v="226" actId="255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10T17:33:02.855" v="224" actId="255"/>
        <pc:sldMkLst>
          <pc:docMk/>
          <pc:sldMk cId="0" sldId="266"/>
        </pc:sldMkLst>
        <pc:spChg chg="mod">
          <ac:chgData name="sarode.sauravi28@gmail.com" userId="697cdf47ab7ca242" providerId="LiveId" clId="{6A36D47F-8D11-48F4-9A4C-4421F9ADC6CF}" dt="2026-10-10T17:33:02.855" v="224" actId="255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sarode.sauravi28@gmail.com" userId="697cdf47ab7ca242" providerId="LiveId" clId="{6A36D47F-8D11-48F4-9A4C-4421F9ADC6CF}" dt="2026-10-10T17:33:10.042" v="225" actId="20577"/>
        <pc:sldMkLst>
          <pc:docMk/>
          <pc:sldMk cId="0" sldId="267"/>
        </pc:sldMkLst>
        <pc:spChg chg="mod">
          <ac:chgData name="sarode.sauravi28@gmail.com" userId="697cdf47ab7ca242" providerId="LiveId" clId="{6A36D47F-8D11-48F4-9A4C-4421F9ADC6CF}" dt="2026-10-10T17:33:10.042" v="225" actId="20577"/>
          <ac:spMkLst>
            <pc:docMk/>
            <pc:sldMk cId="0" sldId="267"/>
            <ac:spMk id="4" creationId="{00000000-0000-0000-0000-000000000000}"/>
          </ac:spMkLst>
        </pc:spChg>
      </pc:sldChg>
      <pc:sldChg chg="addSp modSp new mod">
        <pc:chgData name="sarode.sauravi28@gmail.com" userId="697cdf47ab7ca242" providerId="LiveId" clId="{6A36D47F-8D11-48F4-9A4C-4421F9ADC6CF}" dt="2026-10-10T16:59:05.036" v="157" actId="14100"/>
        <pc:sldMkLst>
          <pc:docMk/>
          <pc:sldMk cId="2802809999" sldId="268"/>
        </pc:sldMkLst>
        <pc:spChg chg="add mod">
          <ac:chgData name="sarode.sauravi28@gmail.com" userId="697cdf47ab7ca242" providerId="LiveId" clId="{6A36D47F-8D11-48F4-9A4C-4421F9ADC6CF}" dt="2026-10-10T16:56:00.184" v="153" actId="20577"/>
          <ac:spMkLst>
            <pc:docMk/>
            <pc:sldMk cId="2802809999" sldId="268"/>
            <ac:spMk id="4" creationId="{E47CD6D1-12F1-75FE-38C9-76EEC7C84BB5}"/>
          </ac:spMkLst>
        </pc:spChg>
        <pc:picChg chg="add mod">
          <ac:chgData name="sarode.sauravi28@gmail.com" userId="697cdf47ab7ca242" providerId="LiveId" clId="{6A36D47F-8D11-48F4-9A4C-4421F9ADC6CF}" dt="2026-10-10T16:59:05.036" v="157" actId="14100"/>
          <ac:picMkLst>
            <pc:docMk/>
            <pc:sldMk cId="2802809999" sldId="268"/>
            <ac:picMk id="3" creationId="{2DB794FF-13EA-0F64-3919-FA4560EF7E86}"/>
          </ac:picMkLst>
        </pc:picChg>
      </pc:sldChg>
      <pc:sldChg chg="addSp delSp modSp new mod">
        <pc:chgData name="sarode.sauravi28@gmail.com" userId="697cdf47ab7ca242" providerId="LiveId" clId="{6A36D47F-8D11-48F4-9A4C-4421F9ADC6CF}" dt="2026-10-10T17:04:27.251" v="198" actId="14100"/>
        <pc:sldMkLst>
          <pc:docMk/>
          <pc:sldMk cId="3833020707" sldId="269"/>
        </pc:sldMkLst>
        <pc:spChg chg="add mod">
          <ac:chgData name="sarode.sauravi28@gmail.com" userId="697cdf47ab7ca242" providerId="LiveId" clId="{6A36D47F-8D11-48F4-9A4C-4421F9ADC6CF}" dt="2026-10-10T17:04:14.575" v="197" actId="20577"/>
          <ac:spMkLst>
            <pc:docMk/>
            <pc:sldMk cId="3833020707" sldId="269"/>
            <ac:spMk id="6" creationId="{61625028-8732-F006-7FA3-847FFB599D2C}"/>
          </ac:spMkLst>
        </pc:spChg>
        <pc:picChg chg="add mod">
          <ac:chgData name="sarode.sauravi28@gmail.com" userId="697cdf47ab7ca242" providerId="LiveId" clId="{6A36D47F-8D11-48F4-9A4C-4421F9ADC6CF}" dt="2026-10-10T17:04:27.251" v="198" actId="14100"/>
          <ac:picMkLst>
            <pc:docMk/>
            <pc:sldMk cId="3833020707" sldId="269"/>
            <ac:picMk id="3" creationId="{2646DD90-2C00-E93D-07DC-BDE012CBF5C0}"/>
          </ac:picMkLst>
        </pc:picChg>
        <pc:picChg chg="add del">
          <ac:chgData name="sarode.sauravi28@gmail.com" userId="697cdf47ab7ca242" providerId="LiveId" clId="{6A36D47F-8D11-48F4-9A4C-4421F9ADC6CF}" dt="2026-10-10T17:02:48.174" v="171" actId="22"/>
          <ac:picMkLst>
            <pc:docMk/>
            <pc:sldMk cId="3833020707" sldId="269"/>
            <ac:picMk id="5" creationId="{604C9EBF-0E3D-9EB7-0E15-795AC22E9B50}"/>
          </ac:picMkLst>
        </pc:picChg>
      </pc:sldChg>
      <pc:sldChg chg="addSp modSp new mod">
        <pc:chgData name="sarode.sauravi28@gmail.com" userId="697cdf47ab7ca242" providerId="LiveId" clId="{6A36D47F-8D11-48F4-9A4C-4421F9ADC6CF}" dt="2026-10-10T17:08:17.556" v="210" actId="2711"/>
        <pc:sldMkLst>
          <pc:docMk/>
          <pc:sldMk cId="3856572619" sldId="270"/>
        </pc:sldMkLst>
        <pc:spChg chg="add mod">
          <ac:chgData name="sarode.sauravi28@gmail.com" userId="697cdf47ab7ca242" providerId="LiveId" clId="{6A36D47F-8D11-48F4-9A4C-4421F9ADC6CF}" dt="2026-10-10T17:08:17.556" v="210" actId="2711"/>
          <ac:spMkLst>
            <pc:docMk/>
            <pc:sldMk cId="3856572619" sldId="270"/>
            <ac:spMk id="4" creationId="{21C44B40-6A76-ABE9-BF7E-D6F1994C8985}"/>
          </ac:spMkLst>
        </pc:spChg>
        <pc:picChg chg="add mod">
          <ac:chgData name="sarode.sauravi28@gmail.com" userId="697cdf47ab7ca242" providerId="LiveId" clId="{6A36D47F-8D11-48F4-9A4C-4421F9ADC6CF}" dt="2026-10-10T17:07:15.250" v="205" actId="14100"/>
          <ac:picMkLst>
            <pc:docMk/>
            <pc:sldMk cId="3856572619" sldId="270"/>
            <ac:picMk id="3" creationId="{D95040D9-70C8-3971-E894-FF82CA758A84}"/>
          </ac:picMkLst>
        </pc:picChg>
      </pc:sldChg>
      <pc:sldChg chg="addSp delSp modSp new mod">
        <pc:chgData name="sarode.sauravi28@gmail.com" userId="697cdf47ab7ca242" providerId="LiveId" clId="{6A36D47F-8D11-48F4-9A4C-4421F9ADC6CF}" dt="2026-10-10T17:29:05.366" v="223" actId="14100"/>
        <pc:sldMkLst>
          <pc:docMk/>
          <pc:sldMk cId="212298761" sldId="271"/>
        </pc:sldMkLst>
        <pc:spChg chg="add mod">
          <ac:chgData name="sarode.sauravi28@gmail.com" userId="697cdf47ab7ca242" providerId="LiveId" clId="{6A36D47F-8D11-48F4-9A4C-4421F9ADC6CF}" dt="2026-10-10T17:29:05.366" v="223" actId="14100"/>
          <ac:spMkLst>
            <pc:docMk/>
            <pc:sldMk cId="212298761" sldId="271"/>
            <ac:spMk id="6" creationId="{BBB57F51-4A75-9133-B185-CED0D439C576}"/>
          </ac:spMkLst>
        </pc:spChg>
        <pc:picChg chg="add del">
          <ac:chgData name="sarode.sauravi28@gmail.com" userId="697cdf47ab7ca242" providerId="LiveId" clId="{6A36D47F-8D11-48F4-9A4C-4421F9ADC6CF}" dt="2026-10-10T17:18:44.857" v="213" actId="22"/>
          <ac:picMkLst>
            <pc:docMk/>
            <pc:sldMk cId="212298761" sldId="271"/>
            <ac:picMk id="3" creationId="{37A89FCF-A3AA-4B4A-A1EA-303A1FE42CF1}"/>
          </ac:picMkLst>
        </pc:picChg>
        <pc:picChg chg="add mod">
          <ac:chgData name="sarode.sauravi28@gmail.com" userId="697cdf47ab7ca242" providerId="LiveId" clId="{6A36D47F-8D11-48F4-9A4C-4421F9ADC6CF}" dt="2026-10-10T17:28:54.781" v="220" actId="14100"/>
          <ac:picMkLst>
            <pc:docMk/>
            <pc:sldMk cId="212298761" sldId="271"/>
            <ac:picMk id="5" creationId="{180CEEEE-6848-842D-334E-DC355A16ADD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A1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 pc Tenders</c:v>
                </c:pt>
                <c:pt idx="1">
                  <c:v>40 pc McNuggets</c:v>
                </c:pt>
                <c:pt idx="2">
                  <c:v>10 pc Honey BBQ Tenders</c:v>
                </c:pt>
                <c:pt idx="3">
                  <c:v>12 pc Tenders</c:v>
                </c:pt>
                <c:pt idx="4">
                  <c:v>10 pc Tenders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2430</c:v>
                </c:pt>
                <c:pt idx="1">
                  <c:v>1770</c:v>
                </c:pt>
                <c:pt idx="2">
                  <c:v>1600</c:v>
                </c:pt>
                <c:pt idx="3">
                  <c:v>1510</c:v>
                </c:pt>
                <c:pt idx="4">
                  <c:v>1210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FB-4C62-9DAC-F022571A31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A1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67.3999999999996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&quot; mg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A1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 pc Tenders</c:v>
                </c:pt>
                <c:pt idx="1">
                  <c:v>10 pc Honey BBQ Tenders</c:v>
                </c:pt>
                <c:pt idx="2">
                  <c:v>12 pc Tenders</c:v>
                </c:pt>
                <c:pt idx="3">
                  <c:v>40 pc McNuggets</c:v>
                </c:pt>
                <c:pt idx="4">
                  <c:v>10 pc Tenders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6080</c:v>
                </c:pt>
                <c:pt idx="1">
                  <c:v>4450</c:v>
                </c:pt>
                <c:pt idx="2">
                  <c:v>3770</c:v>
                </c:pt>
                <c:pt idx="3">
                  <c:v>3370</c:v>
                </c:pt>
                <c:pt idx="4">
                  <c:v>3230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A6-4743-92E7-66DB5C5DD7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A1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174.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F7D5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A1A1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Bacon Ranch Salad, Grilled</c:v>
                </c:pt>
                <c:pt idx="1">
                  <c:v>Asian Salad, Grilled</c:v>
                </c:pt>
                <c:pt idx="2">
                  <c:v>Southwest Salad, Grilled</c:v>
                </c:pt>
                <c:pt idx="3">
                  <c:v>Artisan Grilled Sandwich</c:v>
                </c:pt>
                <c:pt idx="4">
                  <c:v>Maple Bacon Dijon Sandwich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13.13</c:v>
                </c:pt>
                <c:pt idx="1">
                  <c:v>11.48</c:v>
                </c:pt>
                <c:pt idx="2">
                  <c:v>10.57</c:v>
                </c:pt>
                <c:pt idx="3">
                  <c:v>9.74</c:v>
                </c:pt>
                <c:pt idx="4">
                  <c:v>8.2799999999999994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8-4BC4-B815-41EE4E70BC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1A1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.493399999999999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53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I analysed McDonald's from the fast food nutrition dataset and built a Power BI dashboard to explain why its numbers look the way they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515 records across 8 chains. McDonald's has 57 items. The brief mentions average price, but there is no price column, so I used nutrition measures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cleaning steps. I also found that inch marks in item names broke the CSV, so three rows were lost. Connecting directly to MySQL solved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dashboard: KPI cards, the charts and the three slicers. Click the restaurant slicer and the calorie category slicer to show everything updating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Calories range from 140 to 2,430. The top five are all large chicken portions. They are shared items listed as one, which pulls the average up to 640.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fried chicken items lead on sodium. The 20 piece tenders have 6,080 mg, more than double the commonly cited daily limit. For saturated fat, multi-patty burgers lead, with the Double Bacon Smokehouse Burger at 27 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ratio shows the best nutritional value. Grilled chicken salads and sandwiches lead because they give a lot of protein for few calories.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Salads average 332 calories against 698 for other items, and sodium is about half. Protein is also lower because there is less meat.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scatter charts rise tightly along the trend line. Correlation of calories with fat is about 0.97 and with sodium about 0.95. This shows a relationship, not proof of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main findings and the reason behind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recommendations, each tied to a finding. The last one is about data: price and sales data would let us link nutrition to real customer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takeaway and mention the limitation: no price or sales data. Then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McDonald's Nutrition Analysis  |  CDACL-004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McDonald's Nutrition Analysis  |  CDACL-004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McDonald's Nutrition: A Diagnostic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Diagnostic analysis of the fast-food dataset</a:t>
            </a:r>
          </a:p>
          <a:p>
            <a:pPr marL="0" indent="0">
              <a:buNone/>
            </a:pPr>
            <a:endParaRPr lang="en-US" sz="16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IN" sz="1400" b="1" dirty="0">
                <a:solidFill>
                  <a:schemeClr val="bg1"/>
                </a:solidFill>
              </a:rPr>
              <a:t>Sauravi Sarode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Batch / Team: </a:t>
            </a:r>
            <a:r>
              <a:rPr lang="en-IN" sz="1400" b="1" dirty="0">
                <a:solidFill>
                  <a:schemeClr val="bg1"/>
                </a:solidFill>
              </a:rPr>
              <a:t>PTID-CDA-SEP-26-11277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Date: </a:t>
            </a:r>
            <a:r>
              <a:rPr lang="en-IN" sz="14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10-10</a:t>
            </a:r>
            <a:r>
              <a:rPr lang="en-IN" sz="1400" b="1" dirty="0">
                <a:solidFill>
                  <a:schemeClr val="bg1"/>
                </a:solidFill>
              </a:rPr>
              <a:t>-2026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Motif circle"/>
          <p:cNvSpPr/>
          <p:nvPr/>
        </p:nvSpPr>
        <p:spPr>
          <a:xfrm>
            <a:off x="6949440" y="45720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otif circle small"/>
          <p:cNvSpPr/>
          <p:nvPr/>
        </p:nvSpPr>
        <p:spPr>
          <a:xfrm>
            <a:off x="7772400" y="12801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AC7727C-7533-3EE0-335F-297586BEE1B6}"/>
              </a:ext>
            </a:extLst>
          </p:cNvPr>
          <p:cNvSpPr/>
          <p:nvPr/>
        </p:nvSpPr>
        <p:spPr>
          <a:xfrm>
            <a:off x="822960" y="5394960"/>
            <a:ext cx="2926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records in the dataset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restaurant chains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McDonald's menu items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743200"/>
            <a:ext cx="82296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Goal: </a:t>
            </a:r>
            <a:r>
              <a:rPr lang="en-US" sz="1600" dirty="0">
                <a:solidFill>
                  <a:schemeClr val="tx1"/>
                </a:solidFill>
              </a:rPr>
              <a:t>explain why McDonald's calories, sodium and protein look the way they do, and recommend improvements.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Limitation: </a:t>
            </a:r>
            <a:r>
              <a:rPr lang="en-US" sz="1600" dirty="0">
                <a:solidFill>
                  <a:schemeClr val="tx1"/>
                </a:solidFill>
              </a:rPr>
              <a:t>the dataset has no price column, so nutrition measures replace average price.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badg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Removed useless columns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satish (empty), age (all zeros) and salad (all "Other")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8016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badge 2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Removed duplicates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1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duplicate rows, leaving 511 records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69748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badge 3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Fixed missing values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Replaced "NA" with null and set numeric data types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697480"/>
            <a:ext cx="40233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ber badge 4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Created new columns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Calorie Category, Is Salad and Protein per 100 Cal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240" y="17780"/>
            <a:ext cx="1280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1E7C9B-61AB-018C-4855-E39D92614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" y="302260"/>
            <a:ext cx="8859520" cy="4681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portions drive calories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5715000" y="1188720"/>
            <a:ext cx="2971800" cy="3383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to 2,430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calories per item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24028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Multi-piece sharing portions, breaded and fried.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Meaning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Single items are far lower: Hamburger 250, Cheeseburger 300.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794FF-13EA-0F64-3919-FA4560EF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942747"/>
            <a:ext cx="8202170" cy="343621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47CD6D1-12F1-75FE-38C9-76EEC7C84BB5}"/>
              </a:ext>
            </a:extLst>
          </p:cNvPr>
          <p:cNvSpPr/>
          <p:nvPr/>
        </p:nvSpPr>
        <p:spPr>
          <a:xfrm>
            <a:off x="457200" y="274320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and bottom 10 items </a:t>
            </a: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by calories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280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Sodium runs very high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5715000" y="1188720"/>
            <a:ext cx="2971800" cy="3383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of 57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items above 1,500 mg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24028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Breading, sauces, cheese and processed meat add salt.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Meaning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Six items exceed 2,300 mg, the daily limit. Saturated fat peaks at 27 g in the Double Bacon Smokehouse Burger.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6DD90-2C00-E93D-07DC-BDE012CB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80" y="1290320"/>
            <a:ext cx="5588000" cy="257048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61625028-8732-F006-7FA3-847FFB599D2C}"/>
              </a:ext>
            </a:extLst>
          </p:cNvPr>
          <p:cNvSpPr/>
          <p:nvPr/>
        </p:nvSpPr>
        <p:spPr>
          <a:xfrm>
            <a:off x="457200" y="274320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items </a:t>
            </a: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by sodium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3302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protein per calorie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5715000" y="1188720"/>
            <a:ext cx="2971800" cy="3383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g protein per 100 calories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24028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Grilled chicken is lean protein, with no breading or frying.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Meaning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Bacon Ranch Salad gives 42 g protein for 320 calories.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5040D9-70C8-3971-E894-FF82CA758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40" y="1380367"/>
            <a:ext cx="6055360" cy="238899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21C44B40-6A76-ABE9-BF7E-D6F1994C8985}"/>
              </a:ext>
            </a:extLst>
          </p:cNvPr>
          <p:cNvSpPr/>
          <p:nvPr/>
        </p:nvSpPr>
        <p:spPr>
          <a:xfrm>
            <a:off x="457200" y="274320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 </a:t>
            </a:r>
            <a:r>
              <a:rPr lang="en-US" sz="2800" b="1" dirty="0">
                <a:latin typeface="+mj-lt"/>
              </a:rPr>
              <a:t>Most protein for the fewest calories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657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Salads vs other items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Salads (9 items)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332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calories on average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Sodium: 824 mg     Protein: 26 g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Non-salads (48 items)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698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calories on average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Sodium: 1,553 mg     Protein: 43 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Why: salads replace buns, fries, fried coatings and cheese with vegetables, so calories and sodium are roughly halved. Protein is lower because there is less meat.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0CEEEE-6848-842D-334E-DC355A16A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42" y="721360"/>
            <a:ext cx="7459116" cy="3946182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BB57F51-4A75-9133-B185-CED0D439C576}"/>
              </a:ext>
            </a:extLst>
          </p:cNvPr>
          <p:cNvSpPr/>
          <p:nvPr/>
        </p:nvSpPr>
        <p:spPr>
          <a:xfrm>
            <a:off x="842442" y="233680"/>
            <a:ext cx="822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Salads vs other items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2298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 drives calories</a:t>
            </a:r>
            <a:endParaRPr lang="en-US" sz="2800" dirty="0"/>
          </a:p>
        </p:txBody>
      </p:sp>
      <p:sp>
        <p:nvSpPr>
          <p:cNvPr id="3" name="Screenshot frame"/>
          <p:cNvSpPr/>
          <p:nvPr/>
        </p:nvSpPr>
        <p:spPr>
          <a:xfrm>
            <a:off x="558800" y="579120"/>
            <a:ext cx="5628640" cy="40233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5875">
            <a:solidFill>
              <a:srgbClr val="B8A99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685280" y="1188720"/>
            <a:ext cx="177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685280" y="187452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correlation: calories and fat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685280" y="2362200"/>
            <a:ext cx="17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685280" y="2941320"/>
            <a:ext cx="177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calories and sodium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02400" y="3383280"/>
            <a:ext cx="23977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Why: fat has 9 calories per gram versus 4 for carbs and protein. Meat-heavy items bring fat, salt and protein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84F4C6-5D85-F1E2-A7C7-B6EA3F1E5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00" y="672320"/>
            <a:ext cx="4153480" cy="18003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C5FD19-ADF2-882C-AFC4-3570FFB31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100" y="2571750"/>
            <a:ext cx="4153480" cy="18994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summary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18211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happens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Calories up to 2,430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Multi-piece fried items listed as one item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 sodium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Breading, sauces, cheese and processed meat; 19 of 57 items above 1,500 mg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 saturated fat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Double patties, bacon and cheese, up to 27 g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Salads are lighter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Vegetables replace buns, fries and coatings: 332 vs 698 calories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Calories follow fat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 calories per gram of fat versus 4 for carbs and protein</a:t>
                      </a:r>
                      <a:endParaRPr lang="en-US" sz="1400" dirty="0"/>
                    </a:p>
                  </a:txBody>
                  <a:tcPr marL="109728" marR="109728" anchor="ctr">
                    <a:lnL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badg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Separate sharing portions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Show sharing items apart from single servings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badge 2"/>
          <p:cNvSpPr/>
          <p:nvPr/>
        </p:nvSpPr>
        <p:spPr>
          <a:xfrm>
            <a:off x="4846320" y="14356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sodium warnings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Flag items above 1,500 mg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28600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badge 3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Promote grilled options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Best protein per calorie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28600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ber badge 4"/>
          <p:cNvSpPr/>
          <p:nvPr/>
        </p:nvSpPr>
        <p:spPr>
          <a:xfrm>
            <a:off x="4846320" y="25328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lighter items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761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8 of 57 items are under 300 calories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ber badge 5"/>
          <p:cNvSpPr/>
          <p:nvPr/>
        </p:nvSpPr>
        <p:spPr>
          <a:xfrm>
            <a:off x="640080" y="3630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Cut fat in multi-patty burgers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Lowers calories and saturated fat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badge 6"/>
          <p:cNvSpPr/>
          <p:nvPr/>
        </p:nvSpPr>
        <p:spPr>
          <a:xfrm>
            <a:off x="4846320" y="36301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493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Collect price and sales data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Link nutrition to what customers buy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McDonald's ranges from a 140-calorie salad to a 2,430-calorie sharing platter. The extremes come from large, fried, breaded portions, while salads and grilled chicken are the lightest, highest-value choices. Better labelling and more light options would help customers choose well.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Thank you. 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 Food Analysis">
  <a:themeElements>
    <a:clrScheme name="Fast Food Analysis">
      <a:dk1>
        <a:srgbClr val="2A1A10"/>
      </a:dk1>
      <a:lt1>
        <a:srgbClr val="FFFFFF"/>
      </a:lt1>
      <a:dk2>
        <a:srgbClr val="7A2E0E"/>
      </a:dk2>
      <a:lt2>
        <a:srgbClr val="FDEBD9"/>
      </a:lt2>
      <a:accent1>
        <a:srgbClr val="E8590C"/>
      </a:accent1>
      <a:accent2>
        <a:srgbClr val="F5A524"/>
      </a:accent2>
      <a:accent3>
        <a:srgbClr val="B3261E"/>
      </a:accent3>
      <a:accent4>
        <a:srgbClr val="2F7D5B"/>
      </a:accent4>
      <a:accent5>
        <a:srgbClr val="6B4F3A"/>
      </a:accent5>
      <a:accent6>
        <a:srgbClr val="8C7B6E"/>
      </a:accent6>
      <a:hlink>
        <a:srgbClr val="E8590C"/>
      </a:hlink>
      <a:folHlink>
        <a:srgbClr val="6B4F3A"/>
      </a:folHlink>
    </a:clrScheme>
    <a:fontScheme name="Fast Food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957</Words>
  <Application>Microsoft Office PowerPoint</Application>
  <PresentationFormat>On-screen Show (16:9)</PresentationFormat>
  <Paragraphs>143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Fast Food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Nutrition: Diagnostic Analysis</dc:title>
  <dc:subject>PptxGenJS Presentation</dc:subject>
  <dc:creator>[Your Name]</dc:creator>
  <cp:lastModifiedBy>sarode.sauravi28@gmail.com</cp:lastModifiedBy>
  <cp:revision>1</cp:revision>
  <dcterms:created xsi:type="dcterms:W3CDTF">2026-10-09T12:34:41Z</dcterms:created>
  <dcterms:modified xsi:type="dcterms:W3CDTF">2026-10-10T17:54:02Z</dcterms:modified>
</cp:coreProperties>
</file>