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8" r:id="rId7"/>
    <p:sldId id="261" r:id="rId8"/>
    <p:sldId id="269" r:id="rId9"/>
    <p:sldId id="263" r:id="rId10"/>
    <p:sldId id="270" r:id="rId11"/>
    <p:sldId id="262" r:id="rId12"/>
    <p:sldId id="271" r:id="rId13"/>
    <p:sldId id="264" r:id="rId14"/>
    <p:sldId id="265" r:id="rId15"/>
    <p:sldId id="266" r:id="rId16"/>
    <p:sldId id="267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CA0D189-8253-4E3C-6049-F26C1394D7DC}">
          <p14:sldIdLst>
            <p14:sldId id="256"/>
            <p14:sldId id="257"/>
            <p14:sldId id="258"/>
          </p14:sldIdLst>
        </p14:section>
        <p14:section name="Findings" id="{1ADC5F24-3227-73E2-98C0-D0004BA4E588}">
          <p14:sldIdLst>
            <p14:sldId id="259"/>
            <p14:sldId id="260"/>
            <p14:sldId id="268"/>
            <p14:sldId id="261"/>
            <p14:sldId id="269"/>
            <p14:sldId id="263"/>
            <p14:sldId id="270"/>
            <p14:sldId id="262"/>
            <p14:sldId id="271"/>
            <p14:sldId id="264"/>
          </p14:sldIdLst>
        </p14:section>
        <p14:section name="Wrap-up" id="{27DB3D1E-A9B5-3E85-E994-6B7F65DC6993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69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rode.sauravi28@gmail.com" userId="697cdf47ab7ca242" providerId="LiveId" clId="{6A36D47F-8D11-48F4-9A4C-4421F9ADC6CF}"/>
    <pc:docChg chg="undo redo custSel addSld modSld sldOrd modSection">
      <pc:chgData name="sarode.sauravi28@gmail.com" userId="697cdf47ab7ca242" providerId="LiveId" clId="{6A36D47F-8D11-48F4-9A4C-4421F9ADC6CF}" dt="2026-10-11T09:44:47.353" v="320" actId="478"/>
      <pc:docMkLst>
        <pc:docMk/>
      </pc:docMkLst>
      <pc:sldChg chg="addSp modSp mod">
        <pc:chgData name="sarode.sauravi28@gmail.com" userId="697cdf47ab7ca242" providerId="LiveId" clId="{6A36D47F-8D11-48F4-9A4C-4421F9ADC6CF}" dt="2026-10-11T09:44:38.596" v="318" actId="1076"/>
        <pc:sldMkLst>
          <pc:docMk/>
          <pc:sldMk cId="0" sldId="256"/>
        </pc:sldMkLst>
        <pc:spChg chg="mod">
          <ac:chgData name="sarode.sauravi28@gmail.com" userId="697cdf47ab7ca242" providerId="LiveId" clId="{6A36D47F-8D11-48F4-9A4C-4421F9ADC6CF}" dt="2026-10-10T08:16:23.637" v="2" actId="255"/>
          <ac:spMkLst>
            <pc:docMk/>
            <pc:sldMk cId="0" sldId="256"/>
            <ac:spMk id="2" creationId="{00000000-0000-0000-0000-000000000000}"/>
          </ac:spMkLst>
        </pc:spChg>
        <pc:spChg chg="mod">
          <ac:chgData name="sarode.sauravi28@gmail.com" userId="697cdf47ab7ca242" providerId="LiveId" clId="{6A36D47F-8D11-48F4-9A4C-4421F9ADC6CF}" dt="2026-10-11T09:43:15.728" v="305" actId="20577"/>
          <ac:spMkLst>
            <pc:docMk/>
            <pc:sldMk cId="0" sldId="256"/>
            <ac:spMk id="3" creationId="{00000000-0000-0000-0000-000000000000}"/>
          </ac:spMkLst>
        </pc:spChg>
        <pc:spChg chg="add mod">
          <ac:chgData name="sarode.sauravi28@gmail.com" userId="697cdf47ab7ca242" providerId="LiveId" clId="{6A36D47F-8D11-48F4-9A4C-4421F9ADC6CF}" dt="2026-10-10T08:20:27.291" v="33"/>
          <ac:spMkLst>
            <pc:docMk/>
            <pc:sldMk cId="0" sldId="256"/>
            <ac:spMk id="6" creationId="{FAC7727C-7533-3EE0-335F-297586BEE1B6}"/>
          </ac:spMkLst>
        </pc:spChg>
        <pc:spChg chg="add mod">
          <ac:chgData name="sarode.sauravi28@gmail.com" userId="697cdf47ab7ca242" providerId="LiveId" clId="{6A36D47F-8D11-48F4-9A4C-4421F9ADC6CF}" dt="2026-10-11T09:44:38.596" v="318" actId="1076"/>
          <ac:spMkLst>
            <pc:docMk/>
            <pc:sldMk cId="0" sldId="256"/>
            <ac:spMk id="7" creationId="{AF38A78A-B4E9-7D1A-5C83-97992059A72A}"/>
          </ac:spMkLst>
        </pc:spChg>
      </pc:sldChg>
      <pc:sldChg chg="addSp delSp modSp mod">
        <pc:chgData name="sarode.sauravi28@gmail.com" userId="697cdf47ab7ca242" providerId="LiveId" clId="{6A36D47F-8D11-48F4-9A4C-4421F9ADC6CF}" dt="2026-10-11T09:44:47.353" v="320" actId="478"/>
        <pc:sldMkLst>
          <pc:docMk/>
          <pc:sldMk cId="0" sldId="257"/>
        </pc:sldMkLst>
        <pc:spChg chg="mod">
          <ac:chgData name="sarode.sauravi28@gmail.com" userId="697cdf47ab7ca242" providerId="LiveId" clId="{6A36D47F-8D11-48F4-9A4C-4421F9ADC6CF}" dt="2026-10-10T16:56:40.796" v="154" actId="255"/>
          <ac:spMkLst>
            <pc:docMk/>
            <pc:sldMk cId="0" sldId="257"/>
            <ac:spMk id="2" creationId="{00000000-0000-0000-0000-000000000000}"/>
          </ac:spMkLst>
        </pc:spChg>
        <pc:spChg chg="mod">
          <ac:chgData name="sarode.sauravi28@gmail.com" userId="697cdf47ab7ca242" providerId="LiveId" clId="{6A36D47F-8D11-48F4-9A4C-4421F9ADC6CF}" dt="2026-10-10T17:52:42.445" v="288" actId="20577"/>
          <ac:spMkLst>
            <pc:docMk/>
            <pc:sldMk cId="0" sldId="257"/>
            <ac:spMk id="3" creationId="{00000000-0000-0000-0000-000000000000}"/>
          </ac:spMkLst>
        </pc:spChg>
        <pc:spChg chg="mod">
          <ac:chgData name="sarode.sauravi28@gmail.com" userId="697cdf47ab7ca242" providerId="LiveId" clId="{6A36D47F-8D11-48F4-9A4C-4421F9ADC6CF}" dt="2026-10-10T08:25:48.881" v="41" actId="20577"/>
          <ac:spMkLst>
            <pc:docMk/>
            <pc:sldMk cId="0" sldId="257"/>
            <ac:spMk id="10" creationId="{00000000-0000-0000-0000-000000000000}"/>
          </ac:spMkLst>
        </pc:spChg>
        <pc:spChg chg="add del mod">
          <ac:chgData name="sarode.sauravi28@gmail.com" userId="697cdf47ab7ca242" providerId="LiveId" clId="{6A36D47F-8D11-48F4-9A4C-4421F9ADC6CF}" dt="2026-10-11T09:44:47.353" v="320" actId="478"/>
          <ac:spMkLst>
            <pc:docMk/>
            <pc:sldMk cId="0" sldId="257"/>
            <ac:spMk id="12" creationId="{50E721BF-509E-F259-3A94-B8EA76C6192F}"/>
          </ac:spMkLst>
        </pc:spChg>
      </pc:sldChg>
      <pc:sldChg chg="modSp mod">
        <pc:chgData name="sarode.sauravi28@gmail.com" userId="697cdf47ab7ca242" providerId="LiveId" clId="{6A36D47F-8D11-48F4-9A4C-4421F9ADC6CF}" dt="2026-10-10T17:53:58.305" v="290" actId="20577"/>
        <pc:sldMkLst>
          <pc:docMk/>
          <pc:sldMk cId="0" sldId="258"/>
        </pc:sldMkLst>
        <pc:spChg chg="mod">
          <ac:chgData name="sarode.sauravi28@gmail.com" userId="697cdf47ab7ca242" providerId="LiveId" clId="{6A36D47F-8D11-48F4-9A4C-4421F9ADC6CF}" dt="2026-10-10T16:56:50.547" v="155" actId="255"/>
          <ac:spMkLst>
            <pc:docMk/>
            <pc:sldMk cId="0" sldId="258"/>
            <ac:spMk id="2" creationId="{00000000-0000-0000-0000-000000000000}"/>
          </ac:spMkLst>
        </pc:spChg>
        <pc:spChg chg="mod">
          <ac:chgData name="sarode.sauravi28@gmail.com" userId="697cdf47ab7ca242" providerId="LiveId" clId="{6A36D47F-8D11-48F4-9A4C-4421F9ADC6CF}" dt="2026-10-10T17:53:58.305" v="290" actId="20577"/>
          <ac:spMkLst>
            <pc:docMk/>
            <pc:sldMk cId="0" sldId="258"/>
            <ac:spMk id="12" creationId="{00000000-0000-0000-0000-000000000000}"/>
          </ac:spMkLst>
        </pc:spChg>
        <pc:spChg chg="mod">
          <ac:chgData name="sarode.sauravi28@gmail.com" userId="697cdf47ab7ca242" providerId="LiveId" clId="{6A36D47F-8D11-48F4-9A4C-4421F9ADC6CF}" dt="2026-10-10T08:30:02.240" v="42" actId="20577"/>
          <ac:spMkLst>
            <pc:docMk/>
            <pc:sldMk cId="0" sldId="258"/>
            <ac:spMk id="23" creationId="{00000000-0000-0000-0000-000000000000}"/>
          </ac:spMkLst>
        </pc:spChg>
      </pc:sldChg>
      <pc:sldChg chg="addSp delSp modSp mod">
        <pc:chgData name="sarode.sauravi28@gmail.com" userId="697cdf47ab7ca242" providerId="LiveId" clId="{6A36D47F-8D11-48F4-9A4C-4421F9ADC6CF}" dt="2026-10-10T08:44:59.774" v="104" actId="14100"/>
        <pc:sldMkLst>
          <pc:docMk/>
          <pc:sldMk cId="0" sldId="259"/>
        </pc:sldMkLst>
        <pc:spChg chg="mod">
          <ac:chgData name="sarode.sauravi28@gmail.com" userId="697cdf47ab7ca242" providerId="LiveId" clId="{6A36D47F-8D11-48F4-9A4C-4421F9ADC6CF}" dt="2026-10-10T08:44:47.724" v="103" actId="1076"/>
          <ac:spMkLst>
            <pc:docMk/>
            <pc:sldMk cId="0" sldId="259"/>
            <ac:spMk id="2" creationId="{00000000-0000-0000-0000-000000000000}"/>
          </ac:spMkLst>
        </pc:spChg>
        <pc:spChg chg="del">
          <ac:chgData name="sarode.sauravi28@gmail.com" userId="697cdf47ab7ca242" providerId="LiveId" clId="{6A36D47F-8D11-48F4-9A4C-4421F9ADC6CF}" dt="2026-10-10T08:36:22.338" v="92" actId="478"/>
          <ac:spMkLst>
            <pc:docMk/>
            <pc:sldMk cId="0" sldId="259"/>
            <ac:spMk id="3" creationId="{00000000-0000-0000-0000-000000000000}"/>
          </ac:spMkLst>
        </pc:spChg>
        <pc:spChg chg="del mod">
          <ac:chgData name="sarode.sauravi28@gmail.com" userId="697cdf47ab7ca242" providerId="LiveId" clId="{6A36D47F-8D11-48F4-9A4C-4421F9ADC6CF}" dt="2026-10-10T08:36:19.926" v="91" actId="478"/>
          <ac:spMkLst>
            <pc:docMk/>
            <pc:sldMk cId="0" sldId="259"/>
            <ac:spMk id="4" creationId="{00000000-0000-0000-0000-000000000000}"/>
          </ac:spMkLst>
        </pc:spChg>
        <pc:spChg chg="del mod">
          <ac:chgData name="sarode.sauravi28@gmail.com" userId="697cdf47ab7ca242" providerId="LiveId" clId="{6A36D47F-8D11-48F4-9A4C-4421F9ADC6CF}" dt="2026-10-10T08:34:44.767" v="72" actId="478"/>
          <ac:spMkLst>
            <pc:docMk/>
            <pc:sldMk cId="0" sldId="259"/>
            <ac:spMk id="5" creationId="{00000000-0000-0000-0000-000000000000}"/>
          </ac:spMkLst>
        </pc:spChg>
        <pc:spChg chg="del mod">
          <ac:chgData name="sarode.sauravi28@gmail.com" userId="697cdf47ab7ca242" providerId="LiveId" clId="{6A36D47F-8D11-48F4-9A4C-4421F9ADC6CF}" dt="2026-10-10T08:34:47.200" v="74" actId="478"/>
          <ac:spMkLst>
            <pc:docMk/>
            <pc:sldMk cId="0" sldId="259"/>
            <ac:spMk id="6" creationId="{00000000-0000-0000-0000-000000000000}"/>
          </ac:spMkLst>
        </pc:spChg>
        <pc:spChg chg="del mod">
          <ac:chgData name="sarode.sauravi28@gmail.com" userId="697cdf47ab7ca242" providerId="LiveId" clId="{6A36D47F-8D11-48F4-9A4C-4421F9ADC6CF}" dt="2026-10-10T08:34:49.574" v="76" actId="478"/>
          <ac:spMkLst>
            <pc:docMk/>
            <pc:sldMk cId="0" sldId="259"/>
            <ac:spMk id="7" creationId="{00000000-0000-0000-0000-000000000000}"/>
          </ac:spMkLst>
        </pc:spChg>
        <pc:spChg chg="del">
          <ac:chgData name="sarode.sauravi28@gmail.com" userId="697cdf47ab7ca242" providerId="LiveId" clId="{6A36D47F-8D11-48F4-9A4C-4421F9ADC6CF}" dt="2026-10-10T08:34:50.956" v="77" actId="478"/>
          <ac:spMkLst>
            <pc:docMk/>
            <pc:sldMk cId="0" sldId="259"/>
            <ac:spMk id="8" creationId="{00000000-0000-0000-0000-000000000000}"/>
          </ac:spMkLst>
        </pc:spChg>
        <pc:spChg chg="del mod">
          <ac:chgData name="sarode.sauravi28@gmail.com" userId="697cdf47ab7ca242" providerId="LiveId" clId="{6A36D47F-8D11-48F4-9A4C-4421F9ADC6CF}" dt="2026-10-10T08:34:53.518" v="79" actId="478"/>
          <ac:spMkLst>
            <pc:docMk/>
            <pc:sldMk cId="0" sldId="259"/>
            <ac:spMk id="9" creationId="{00000000-0000-0000-0000-000000000000}"/>
          </ac:spMkLst>
        </pc:spChg>
        <pc:spChg chg="del mod">
          <ac:chgData name="sarode.sauravi28@gmail.com" userId="697cdf47ab7ca242" providerId="LiveId" clId="{6A36D47F-8D11-48F4-9A4C-4421F9ADC6CF}" dt="2026-10-10T08:34:56.367" v="81" actId="478"/>
          <ac:spMkLst>
            <pc:docMk/>
            <pc:sldMk cId="0" sldId="259"/>
            <ac:spMk id="10" creationId="{00000000-0000-0000-0000-000000000000}"/>
          </ac:spMkLst>
        </pc:spChg>
        <pc:spChg chg="del">
          <ac:chgData name="sarode.sauravi28@gmail.com" userId="697cdf47ab7ca242" providerId="LiveId" clId="{6A36D47F-8D11-48F4-9A4C-4421F9ADC6CF}" dt="2026-10-10T08:34:58.565" v="82" actId="478"/>
          <ac:spMkLst>
            <pc:docMk/>
            <pc:sldMk cId="0" sldId="259"/>
            <ac:spMk id="11" creationId="{00000000-0000-0000-0000-000000000000}"/>
          </ac:spMkLst>
        </pc:spChg>
        <pc:picChg chg="add mod">
          <ac:chgData name="sarode.sauravi28@gmail.com" userId="697cdf47ab7ca242" providerId="LiveId" clId="{6A36D47F-8D11-48F4-9A4C-4421F9ADC6CF}" dt="2026-10-10T08:44:59.774" v="104" actId="14100"/>
          <ac:picMkLst>
            <pc:docMk/>
            <pc:sldMk cId="0" sldId="259"/>
            <ac:picMk id="13" creationId="{BF1E7C9B-61AB-018C-4855-E39D9261474D}"/>
          </ac:picMkLst>
        </pc:picChg>
      </pc:sldChg>
      <pc:sldChg chg="modSp mod">
        <pc:chgData name="sarode.sauravi28@gmail.com" userId="697cdf47ab7ca242" providerId="LiveId" clId="{6A36D47F-8D11-48F4-9A4C-4421F9ADC6CF}" dt="2026-10-10T16:57:14.374" v="156" actId="255"/>
        <pc:sldMkLst>
          <pc:docMk/>
          <pc:sldMk cId="0" sldId="260"/>
        </pc:sldMkLst>
        <pc:spChg chg="mod">
          <ac:chgData name="sarode.sauravi28@gmail.com" userId="697cdf47ab7ca242" providerId="LiveId" clId="{6A36D47F-8D11-48F4-9A4C-4421F9ADC6CF}" dt="2026-10-10T16:57:14.374" v="156" actId="255"/>
          <ac:spMkLst>
            <pc:docMk/>
            <pc:sldMk cId="0" sldId="260"/>
            <ac:spMk id="2" creationId="{00000000-0000-0000-0000-000000000000}"/>
          </ac:spMkLst>
        </pc:spChg>
      </pc:sldChg>
      <pc:sldChg chg="modSp mod">
        <pc:chgData name="sarode.sauravi28@gmail.com" userId="697cdf47ab7ca242" providerId="LiveId" clId="{6A36D47F-8D11-48F4-9A4C-4421F9ADC6CF}" dt="2026-10-10T17:02:36.218" v="169" actId="27918"/>
        <pc:sldMkLst>
          <pc:docMk/>
          <pc:sldMk cId="0" sldId="261"/>
        </pc:sldMkLst>
        <pc:spChg chg="mod">
          <ac:chgData name="sarode.sauravi28@gmail.com" userId="697cdf47ab7ca242" providerId="LiveId" clId="{6A36D47F-8D11-48F4-9A4C-4421F9ADC6CF}" dt="2026-10-10T16:59:21.839" v="158" actId="255"/>
          <ac:spMkLst>
            <pc:docMk/>
            <pc:sldMk cId="0" sldId="261"/>
            <ac:spMk id="2" creationId="{00000000-0000-0000-0000-000000000000}"/>
          </ac:spMkLst>
        </pc:spChg>
        <pc:graphicFrameChg chg="mod">
          <ac:chgData name="sarode.sauravi28@gmail.com" userId="697cdf47ab7ca242" providerId="LiveId" clId="{6A36D47F-8D11-48F4-9A4C-4421F9ADC6CF}" dt="2026-10-10T17:02:30.538" v="167"/>
          <ac:graphicFrameMkLst>
            <pc:docMk/>
            <pc:sldMk cId="0" sldId="261"/>
            <ac:graphicFrameMk id="3" creationId="{00000000-0000-0000-0000-000000000000}"/>
          </ac:graphicFrameMkLst>
        </pc:graphicFrameChg>
      </pc:sldChg>
      <pc:sldChg chg="addSp delSp modSp mod ord">
        <pc:chgData name="sarode.sauravi28@gmail.com" userId="697cdf47ab7ca242" providerId="LiveId" clId="{6A36D47F-8D11-48F4-9A4C-4421F9ADC6CF}" dt="2026-10-10T17:28:26.991" v="215" actId="255"/>
        <pc:sldMkLst>
          <pc:docMk/>
          <pc:sldMk cId="0" sldId="262"/>
        </pc:sldMkLst>
        <pc:spChg chg="mod">
          <ac:chgData name="sarode.sauravi28@gmail.com" userId="697cdf47ab7ca242" providerId="LiveId" clId="{6A36D47F-8D11-48F4-9A4C-4421F9ADC6CF}" dt="2026-10-10T17:28:26.991" v="215" actId="255"/>
          <ac:spMkLst>
            <pc:docMk/>
            <pc:sldMk cId="0" sldId="262"/>
            <ac:spMk id="2" creationId="{00000000-0000-0000-0000-000000000000}"/>
          </ac:spMkLst>
        </pc:spChg>
        <pc:spChg chg="mod">
          <ac:chgData name="sarode.sauravi28@gmail.com" userId="697cdf47ab7ca242" providerId="LiveId" clId="{6A36D47F-8D11-48F4-9A4C-4421F9ADC6CF}" dt="2026-10-10T16:51:24.066" v="111" actId="1076"/>
          <ac:spMkLst>
            <pc:docMk/>
            <pc:sldMk cId="0" sldId="262"/>
            <ac:spMk id="5" creationId="{00000000-0000-0000-0000-000000000000}"/>
          </ac:spMkLst>
        </pc:spChg>
        <pc:spChg chg="add del">
          <ac:chgData name="sarode.sauravi28@gmail.com" userId="697cdf47ab7ca242" providerId="LiveId" clId="{6A36D47F-8D11-48F4-9A4C-4421F9ADC6CF}" dt="2026-10-10T16:51:25.649" v="112" actId="11529"/>
          <ac:spMkLst>
            <pc:docMk/>
            <pc:sldMk cId="0" sldId="262"/>
            <ac:spMk id="14" creationId="{99EE9C52-23CB-3554-99E4-E90606844572}"/>
          </ac:spMkLst>
        </pc:spChg>
      </pc:sldChg>
      <pc:sldChg chg="modSp mod">
        <pc:chgData name="sarode.sauravi28@gmail.com" userId="697cdf47ab7ca242" providerId="LiveId" clId="{6A36D47F-8D11-48F4-9A4C-4421F9ADC6CF}" dt="2026-10-10T17:07:36.572" v="206" actId="255"/>
        <pc:sldMkLst>
          <pc:docMk/>
          <pc:sldMk cId="0" sldId="263"/>
        </pc:sldMkLst>
        <pc:spChg chg="mod">
          <ac:chgData name="sarode.sauravi28@gmail.com" userId="697cdf47ab7ca242" providerId="LiveId" clId="{6A36D47F-8D11-48F4-9A4C-4421F9ADC6CF}" dt="2026-10-10T17:07:36.572" v="206" actId="255"/>
          <ac:spMkLst>
            <pc:docMk/>
            <pc:sldMk cId="0" sldId="263"/>
            <ac:spMk id="2" creationId="{00000000-0000-0000-0000-000000000000}"/>
          </ac:spMkLst>
        </pc:spChg>
      </pc:sldChg>
      <pc:sldChg chg="addSp delSp modSp mod">
        <pc:chgData name="sarode.sauravi28@gmail.com" userId="697cdf47ab7ca242" providerId="LiveId" clId="{6A36D47F-8D11-48F4-9A4C-4421F9ADC6CF}" dt="2026-10-10T17:50:16.415" v="286" actId="255"/>
        <pc:sldMkLst>
          <pc:docMk/>
          <pc:sldMk cId="0" sldId="264"/>
        </pc:sldMkLst>
        <pc:spChg chg="mod">
          <ac:chgData name="sarode.sauravi28@gmail.com" userId="697cdf47ab7ca242" providerId="LiveId" clId="{6A36D47F-8D11-48F4-9A4C-4421F9ADC6CF}" dt="2026-10-10T17:43:53.803" v="253" actId="255"/>
          <ac:spMkLst>
            <pc:docMk/>
            <pc:sldMk cId="0" sldId="264"/>
            <ac:spMk id="2" creationId="{00000000-0000-0000-0000-000000000000}"/>
          </ac:spMkLst>
        </pc:spChg>
        <pc:spChg chg="mod">
          <ac:chgData name="sarode.sauravi28@gmail.com" userId="697cdf47ab7ca242" providerId="LiveId" clId="{6A36D47F-8D11-48F4-9A4C-4421F9ADC6CF}" dt="2026-10-10T17:49:54.946" v="280" actId="14100"/>
          <ac:spMkLst>
            <pc:docMk/>
            <pc:sldMk cId="0" sldId="264"/>
            <ac:spMk id="3" creationId="{00000000-0000-0000-0000-000000000000}"/>
          </ac:spMkLst>
        </pc:spChg>
        <pc:spChg chg="del mod">
          <ac:chgData name="sarode.sauravi28@gmail.com" userId="697cdf47ab7ca242" providerId="LiveId" clId="{6A36D47F-8D11-48F4-9A4C-4421F9ADC6CF}" dt="2026-10-10T17:43:28.539" v="247" actId="478"/>
          <ac:spMkLst>
            <pc:docMk/>
            <pc:sldMk cId="0" sldId="264"/>
            <ac:spMk id="4" creationId="{00000000-0000-0000-0000-000000000000}"/>
          </ac:spMkLst>
        </pc:spChg>
        <pc:spChg chg="mod">
          <ac:chgData name="sarode.sauravi28@gmail.com" userId="697cdf47ab7ca242" providerId="LiveId" clId="{6A36D47F-8D11-48F4-9A4C-4421F9ADC6CF}" dt="2026-10-10T17:49:58.744" v="281" actId="14100"/>
          <ac:spMkLst>
            <pc:docMk/>
            <pc:sldMk cId="0" sldId="264"/>
            <ac:spMk id="5" creationId="{00000000-0000-0000-0000-000000000000}"/>
          </ac:spMkLst>
        </pc:spChg>
        <pc:spChg chg="mod">
          <ac:chgData name="sarode.sauravi28@gmail.com" userId="697cdf47ab7ca242" providerId="LiveId" clId="{6A36D47F-8D11-48F4-9A4C-4421F9ADC6CF}" dt="2026-10-10T17:50:00.993" v="282" actId="14100"/>
          <ac:spMkLst>
            <pc:docMk/>
            <pc:sldMk cId="0" sldId="264"/>
            <ac:spMk id="6" creationId="{00000000-0000-0000-0000-000000000000}"/>
          </ac:spMkLst>
        </pc:spChg>
        <pc:spChg chg="mod">
          <ac:chgData name="sarode.sauravi28@gmail.com" userId="697cdf47ab7ca242" providerId="LiveId" clId="{6A36D47F-8D11-48F4-9A4C-4421F9ADC6CF}" dt="2026-10-10T17:50:03.260" v="283" actId="14100"/>
          <ac:spMkLst>
            <pc:docMk/>
            <pc:sldMk cId="0" sldId="264"/>
            <ac:spMk id="7" creationId="{00000000-0000-0000-0000-000000000000}"/>
          </ac:spMkLst>
        </pc:spChg>
        <pc:spChg chg="mod">
          <ac:chgData name="sarode.sauravi28@gmail.com" userId="697cdf47ab7ca242" providerId="LiveId" clId="{6A36D47F-8D11-48F4-9A4C-4421F9ADC6CF}" dt="2026-10-10T17:50:06.222" v="284" actId="14100"/>
          <ac:spMkLst>
            <pc:docMk/>
            <pc:sldMk cId="0" sldId="264"/>
            <ac:spMk id="8" creationId="{00000000-0000-0000-0000-000000000000}"/>
          </ac:spMkLst>
        </pc:spChg>
        <pc:spChg chg="mod">
          <ac:chgData name="sarode.sauravi28@gmail.com" userId="697cdf47ab7ca242" providerId="LiveId" clId="{6A36D47F-8D11-48F4-9A4C-4421F9ADC6CF}" dt="2026-10-10T17:50:16.415" v="286" actId="255"/>
          <ac:spMkLst>
            <pc:docMk/>
            <pc:sldMk cId="0" sldId="264"/>
            <ac:spMk id="9" creationId="{00000000-0000-0000-0000-000000000000}"/>
          </ac:spMkLst>
        </pc:spChg>
        <pc:picChg chg="add del mod">
          <ac:chgData name="sarode.sauravi28@gmail.com" userId="697cdf47ab7ca242" providerId="LiveId" clId="{6A36D47F-8D11-48F4-9A4C-4421F9ADC6CF}" dt="2026-10-10T17:43:16.912" v="244" actId="478"/>
          <ac:picMkLst>
            <pc:docMk/>
            <pc:sldMk cId="0" sldId="264"/>
            <ac:picMk id="11" creationId="{D7332F7A-8F1D-62E8-D6E9-EC46D290E6AF}"/>
          </ac:picMkLst>
        </pc:picChg>
        <pc:picChg chg="add del">
          <ac:chgData name="sarode.sauravi28@gmail.com" userId="697cdf47ab7ca242" providerId="LiveId" clId="{6A36D47F-8D11-48F4-9A4C-4421F9ADC6CF}" dt="2026-10-10T17:44:59.359" v="264" actId="22"/>
          <ac:picMkLst>
            <pc:docMk/>
            <pc:sldMk cId="0" sldId="264"/>
            <ac:picMk id="13" creationId="{CB9A8065-79AB-37EF-6BE7-BED3B0A23085}"/>
          </ac:picMkLst>
        </pc:picChg>
        <pc:picChg chg="add mod">
          <ac:chgData name="sarode.sauravi28@gmail.com" userId="697cdf47ab7ca242" providerId="LiveId" clId="{6A36D47F-8D11-48F4-9A4C-4421F9ADC6CF}" dt="2026-10-10T17:49:45.823" v="278" actId="14100"/>
          <ac:picMkLst>
            <pc:docMk/>
            <pc:sldMk cId="0" sldId="264"/>
            <ac:picMk id="15" creationId="{8B84F4C6-5D85-F1E2-A7C7-B6EA3F1E5503}"/>
          </ac:picMkLst>
        </pc:picChg>
        <pc:picChg chg="add del mod">
          <ac:chgData name="sarode.sauravi28@gmail.com" userId="697cdf47ab7ca242" providerId="LiveId" clId="{6A36D47F-8D11-48F4-9A4C-4421F9ADC6CF}" dt="2026-10-10T17:49:42.707" v="277" actId="14100"/>
          <ac:picMkLst>
            <pc:docMk/>
            <pc:sldMk cId="0" sldId="264"/>
            <ac:picMk id="17" creationId="{F4C5FD19-ADF2-882C-AFC4-3570FFB31332}"/>
          </ac:picMkLst>
        </pc:picChg>
      </pc:sldChg>
      <pc:sldChg chg="modSp mod">
        <pc:chgData name="sarode.sauravi28@gmail.com" userId="697cdf47ab7ca242" providerId="LiveId" clId="{6A36D47F-8D11-48F4-9A4C-4421F9ADC6CF}" dt="2026-10-10T17:33:21.917" v="226" actId="255"/>
        <pc:sldMkLst>
          <pc:docMk/>
          <pc:sldMk cId="0" sldId="265"/>
        </pc:sldMkLst>
        <pc:spChg chg="mod">
          <ac:chgData name="sarode.sauravi28@gmail.com" userId="697cdf47ab7ca242" providerId="LiveId" clId="{6A36D47F-8D11-48F4-9A4C-4421F9ADC6CF}" dt="2026-10-10T17:33:21.917" v="226" actId="255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sarode.sauravi28@gmail.com" userId="697cdf47ab7ca242" providerId="LiveId" clId="{6A36D47F-8D11-48F4-9A4C-4421F9ADC6CF}" dt="2026-10-10T17:33:02.855" v="224" actId="255"/>
        <pc:sldMkLst>
          <pc:docMk/>
          <pc:sldMk cId="0" sldId="266"/>
        </pc:sldMkLst>
        <pc:spChg chg="mod">
          <ac:chgData name="sarode.sauravi28@gmail.com" userId="697cdf47ab7ca242" providerId="LiveId" clId="{6A36D47F-8D11-48F4-9A4C-4421F9ADC6CF}" dt="2026-10-10T17:33:02.855" v="224" actId="255"/>
          <ac:spMkLst>
            <pc:docMk/>
            <pc:sldMk cId="0" sldId="266"/>
            <ac:spMk id="2" creationId="{00000000-0000-0000-0000-000000000000}"/>
          </ac:spMkLst>
        </pc:spChg>
      </pc:sldChg>
      <pc:sldChg chg="modSp mod">
        <pc:chgData name="sarode.sauravi28@gmail.com" userId="697cdf47ab7ca242" providerId="LiveId" clId="{6A36D47F-8D11-48F4-9A4C-4421F9ADC6CF}" dt="2026-10-10T17:33:10.042" v="225" actId="20577"/>
        <pc:sldMkLst>
          <pc:docMk/>
          <pc:sldMk cId="0" sldId="267"/>
        </pc:sldMkLst>
        <pc:spChg chg="mod">
          <ac:chgData name="sarode.sauravi28@gmail.com" userId="697cdf47ab7ca242" providerId="LiveId" clId="{6A36D47F-8D11-48F4-9A4C-4421F9ADC6CF}" dt="2026-10-10T17:33:10.042" v="225" actId="20577"/>
          <ac:spMkLst>
            <pc:docMk/>
            <pc:sldMk cId="0" sldId="267"/>
            <ac:spMk id="4" creationId="{00000000-0000-0000-0000-000000000000}"/>
          </ac:spMkLst>
        </pc:spChg>
      </pc:sldChg>
      <pc:sldChg chg="addSp modSp new mod">
        <pc:chgData name="sarode.sauravi28@gmail.com" userId="697cdf47ab7ca242" providerId="LiveId" clId="{6A36D47F-8D11-48F4-9A4C-4421F9ADC6CF}" dt="2026-10-10T16:59:05.036" v="157" actId="14100"/>
        <pc:sldMkLst>
          <pc:docMk/>
          <pc:sldMk cId="2802809999" sldId="268"/>
        </pc:sldMkLst>
        <pc:spChg chg="add mod">
          <ac:chgData name="sarode.sauravi28@gmail.com" userId="697cdf47ab7ca242" providerId="LiveId" clId="{6A36D47F-8D11-48F4-9A4C-4421F9ADC6CF}" dt="2026-10-10T16:56:00.184" v="153" actId="20577"/>
          <ac:spMkLst>
            <pc:docMk/>
            <pc:sldMk cId="2802809999" sldId="268"/>
            <ac:spMk id="4" creationId="{E47CD6D1-12F1-75FE-38C9-76EEC7C84BB5}"/>
          </ac:spMkLst>
        </pc:spChg>
        <pc:picChg chg="add mod">
          <ac:chgData name="sarode.sauravi28@gmail.com" userId="697cdf47ab7ca242" providerId="LiveId" clId="{6A36D47F-8D11-48F4-9A4C-4421F9ADC6CF}" dt="2026-10-10T16:59:05.036" v="157" actId="14100"/>
          <ac:picMkLst>
            <pc:docMk/>
            <pc:sldMk cId="2802809999" sldId="268"/>
            <ac:picMk id="3" creationId="{2DB794FF-13EA-0F64-3919-FA4560EF7E86}"/>
          </ac:picMkLst>
        </pc:picChg>
      </pc:sldChg>
      <pc:sldChg chg="addSp delSp modSp new mod">
        <pc:chgData name="sarode.sauravi28@gmail.com" userId="697cdf47ab7ca242" providerId="LiveId" clId="{6A36D47F-8D11-48F4-9A4C-4421F9ADC6CF}" dt="2026-10-10T17:04:27.251" v="198" actId="14100"/>
        <pc:sldMkLst>
          <pc:docMk/>
          <pc:sldMk cId="3833020707" sldId="269"/>
        </pc:sldMkLst>
        <pc:spChg chg="add mod">
          <ac:chgData name="sarode.sauravi28@gmail.com" userId="697cdf47ab7ca242" providerId="LiveId" clId="{6A36D47F-8D11-48F4-9A4C-4421F9ADC6CF}" dt="2026-10-10T17:04:14.575" v="197" actId="20577"/>
          <ac:spMkLst>
            <pc:docMk/>
            <pc:sldMk cId="3833020707" sldId="269"/>
            <ac:spMk id="6" creationId="{61625028-8732-F006-7FA3-847FFB599D2C}"/>
          </ac:spMkLst>
        </pc:spChg>
        <pc:picChg chg="add mod">
          <ac:chgData name="sarode.sauravi28@gmail.com" userId="697cdf47ab7ca242" providerId="LiveId" clId="{6A36D47F-8D11-48F4-9A4C-4421F9ADC6CF}" dt="2026-10-10T17:04:27.251" v="198" actId="14100"/>
          <ac:picMkLst>
            <pc:docMk/>
            <pc:sldMk cId="3833020707" sldId="269"/>
            <ac:picMk id="3" creationId="{2646DD90-2C00-E93D-07DC-BDE012CBF5C0}"/>
          </ac:picMkLst>
        </pc:picChg>
        <pc:picChg chg="add del">
          <ac:chgData name="sarode.sauravi28@gmail.com" userId="697cdf47ab7ca242" providerId="LiveId" clId="{6A36D47F-8D11-48F4-9A4C-4421F9ADC6CF}" dt="2026-10-10T17:02:48.174" v="171" actId="22"/>
          <ac:picMkLst>
            <pc:docMk/>
            <pc:sldMk cId="3833020707" sldId="269"/>
            <ac:picMk id="5" creationId="{604C9EBF-0E3D-9EB7-0E15-795AC22E9B50}"/>
          </ac:picMkLst>
        </pc:picChg>
      </pc:sldChg>
      <pc:sldChg chg="addSp modSp new mod">
        <pc:chgData name="sarode.sauravi28@gmail.com" userId="697cdf47ab7ca242" providerId="LiveId" clId="{6A36D47F-8D11-48F4-9A4C-4421F9ADC6CF}" dt="2026-10-10T17:08:17.556" v="210" actId="2711"/>
        <pc:sldMkLst>
          <pc:docMk/>
          <pc:sldMk cId="3856572619" sldId="270"/>
        </pc:sldMkLst>
        <pc:spChg chg="add mod">
          <ac:chgData name="sarode.sauravi28@gmail.com" userId="697cdf47ab7ca242" providerId="LiveId" clId="{6A36D47F-8D11-48F4-9A4C-4421F9ADC6CF}" dt="2026-10-10T17:08:17.556" v="210" actId="2711"/>
          <ac:spMkLst>
            <pc:docMk/>
            <pc:sldMk cId="3856572619" sldId="270"/>
            <ac:spMk id="4" creationId="{21C44B40-6A76-ABE9-BF7E-D6F1994C8985}"/>
          </ac:spMkLst>
        </pc:spChg>
        <pc:picChg chg="add mod">
          <ac:chgData name="sarode.sauravi28@gmail.com" userId="697cdf47ab7ca242" providerId="LiveId" clId="{6A36D47F-8D11-48F4-9A4C-4421F9ADC6CF}" dt="2026-10-10T17:07:15.250" v="205" actId="14100"/>
          <ac:picMkLst>
            <pc:docMk/>
            <pc:sldMk cId="3856572619" sldId="270"/>
            <ac:picMk id="3" creationId="{D95040D9-70C8-3971-E894-FF82CA758A84}"/>
          </ac:picMkLst>
        </pc:picChg>
      </pc:sldChg>
      <pc:sldChg chg="addSp delSp modSp new mod">
        <pc:chgData name="sarode.sauravi28@gmail.com" userId="697cdf47ab7ca242" providerId="LiveId" clId="{6A36D47F-8D11-48F4-9A4C-4421F9ADC6CF}" dt="2026-10-10T17:29:05.366" v="223" actId="14100"/>
        <pc:sldMkLst>
          <pc:docMk/>
          <pc:sldMk cId="212298761" sldId="271"/>
        </pc:sldMkLst>
        <pc:spChg chg="add mod">
          <ac:chgData name="sarode.sauravi28@gmail.com" userId="697cdf47ab7ca242" providerId="LiveId" clId="{6A36D47F-8D11-48F4-9A4C-4421F9ADC6CF}" dt="2026-10-10T17:29:05.366" v="223" actId="14100"/>
          <ac:spMkLst>
            <pc:docMk/>
            <pc:sldMk cId="212298761" sldId="271"/>
            <ac:spMk id="6" creationId="{BBB57F51-4A75-9133-B185-CED0D439C576}"/>
          </ac:spMkLst>
        </pc:spChg>
        <pc:picChg chg="add del">
          <ac:chgData name="sarode.sauravi28@gmail.com" userId="697cdf47ab7ca242" providerId="LiveId" clId="{6A36D47F-8D11-48F4-9A4C-4421F9ADC6CF}" dt="2026-10-10T17:18:44.857" v="213" actId="22"/>
          <ac:picMkLst>
            <pc:docMk/>
            <pc:sldMk cId="212298761" sldId="271"/>
            <ac:picMk id="3" creationId="{37A89FCF-A3AA-4B4A-A1EA-303A1FE42CF1}"/>
          </ac:picMkLst>
        </pc:picChg>
        <pc:picChg chg="add mod">
          <ac:chgData name="sarode.sauravi28@gmail.com" userId="697cdf47ab7ca242" providerId="LiveId" clId="{6A36D47F-8D11-48F4-9A4C-4421F9ADC6CF}" dt="2026-10-10T17:28:54.781" v="220" actId="14100"/>
          <ac:picMkLst>
            <pc:docMk/>
            <pc:sldMk cId="212298761" sldId="271"/>
            <ac:picMk id="5" creationId="{180CEEEE-6848-842D-334E-DC355A16ADD7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E8590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2A1A10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20 pc Tenders</c:v>
                </c:pt>
                <c:pt idx="1">
                  <c:v>40 pc McNuggets</c:v>
                </c:pt>
                <c:pt idx="2">
                  <c:v>10 pc Honey BBQ Tenders</c:v>
                </c:pt>
                <c:pt idx="3">
                  <c:v>12 pc Tenders</c:v>
                </c:pt>
                <c:pt idx="4">
                  <c:v>10 pc Tenders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2430</c:v>
                </c:pt>
                <c:pt idx="1">
                  <c:v>1770</c:v>
                </c:pt>
                <c:pt idx="2">
                  <c:v>1600</c:v>
                </c:pt>
                <c:pt idx="3">
                  <c:v>1510</c:v>
                </c:pt>
                <c:pt idx="4">
                  <c:v>1210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FB-4C62-9DAC-F022571A318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1A1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867.3999999999996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B3261E"/>
            </a:solidFill>
            <a:effectLst/>
          </c:spPr>
          <c:invertIfNegative val="0"/>
          <c:dLbls>
            <c:numFmt formatCode="#,##0&quot; mg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2A1A10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20 pc Tenders</c:v>
                </c:pt>
                <c:pt idx="1">
                  <c:v>10 pc Honey BBQ Tenders</c:v>
                </c:pt>
                <c:pt idx="2">
                  <c:v>12 pc Tenders</c:v>
                </c:pt>
                <c:pt idx="3">
                  <c:v>40 pc McNuggets</c:v>
                </c:pt>
                <c:pt idx="4">
                  <c:v>10 pc Tenders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6080</c:v>
                </c:pt>
                <c:pt idx="1">
                  <c:v>4450</c:v>
                </c:pt>
                <c:pt idx="2">
                  <c:v>3770</c:v>
                </c:pt>
                <c:pt idx="3">
                  <c:v>3370</c:v>
                </c:pt>
                <c:pt idx="4">
                  <c:v>3230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6A6-4743-92E7-66DB5C5DD7C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1A1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174.4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F7D5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2A1A10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Bacon Ranch Salad, Grilled</c:v>
                </c:pt>
                <c:pt idx="1">
                  <c:v>Asian Salad, Grilled</c:v>
                </c:pt>
                <c:pt idx="2">
                  <c:v>Southwest Salad, Grilled</c:v>
                </c:pt>
                <c:pt idx="3">
                  <c:v>Artisan Grilled Sandwich</c:v>
                </c:pt>
                <c:pt idx="4">
                  <c:v>Maple Bacon Dijon Sandwich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13.13</c:v>
                </c:pt>
                <c:pt idx="1">
                  <c:v>11.48</c:v>
                </c:pt>
                <c:pt idx="2">
                  <c:v>10.57</c:v>
                </c:pt>
                <c:pt idx="3">
                  <c:v>9.74</c:v>
                </c:pt>
                <c:pt idx="4">
                  <c:v>8.2799999999999994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B78-4BC4-B815-41EE4E70BC7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1A1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5.493399999999999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153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 and the project. I analysed McDonald's from the fast food nutrition dataset and built a Power BI dashboard to explain why its numbers look the way they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has 515 records across 8 chains. McDonald's has 57 items. The brief mentions average price, but there is no price column, so I used nutrition measures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cleaning steps. I also found that inch marks in item names broke the CSV, so three rows were lost. Connecting directly to MySQL solved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dashboard: KPI cards, the charts and the three slicers. Click the restaurant slicer and the calorie category slicer to show everything updating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Calories range from 140 to 2,430. The top five are all large chicken portions. They are shared items listed as one, which pulls the average up to 640.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fried chicken items lead on sodium. The 20 piece tenders have 6,080 mg, more than double the commonly cited daily limit. For saturated fat, multi-patty burgers lead, with the Double Bacon Smokehouse Burger at 27 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ratio shows the best nutritional value. Grilled chicken salads and sandwiches lead because they give a lot of protein for few calories.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Salads average 332 calories against 698 for other items, and sodium is about half. Protein is also lower because there is less meat.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scatter charts rise tightly along the trend line. Correlation of calories with fat is about 0.97 and with sodium about 0.95. This shows a relationship, not proof of cause.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Summarise the five main findings and the reason behind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recommendations, each tied to a finding. The last one is about data: price and sales data would let us link nutrition to real customer choices.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main takeaway and mention the limitation: no price or sales data. Then thank the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McDonald's Nutrition Analysis  |  CDACL-004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McDonald's Nutrition Analysis  |  CDACL-004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McDonald's Nutrition: A Diagnostic Analysis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Diagnostic analysis of the fast-food dataset</a:t>
            </a:r>
          </a:p>
          <a:p>
            <a:pPr marL="0" indent="0">
              <a:buNone/>
            </a:pPr>
            <a:endParaRPr lang="en-US" sz="1600" dirty="0">
              <a:solidFill>
                <a:schemeClr val="bg2"/>
              </a:solidFill>
            </a:endParaRPr>
          </a:p>
          <a:p>
            <a:pPr marL="0" indent="0">
              <a:buNone/>
            </a:pPr>
            <a:endParaRPr lang="en-US" sz="1600" dirty="0">
              <a:solidFill>
                <a:schemeClr val="bg2"/>
              </a:solidFill>
            </a:endParaRPr>
          </a:p>
          <a:p>
            <a:pPr marL="0" indent="0">
              <a:buNone/>
            </a:pPr>
            <a:endParaRPr lang="en-US" sz="1600" dirty="0">
              <a:solidFill>
                <a:schemeClr val="bg2"/>
              </a:solidFill>
            </a:endParaRPr>
          </a:p>
          <a:p>
            <a:r>
              <a:rPr lang="en-US" sz="1400" b="1" dirty="0">
                <a:solidFill>
                  <a:srgbClr val="CADCFC"/>
                </a:solidFill>
                <a:ea typeface="Calibri" pitchFamily="34" charset="-122"/>
                <a:cs typeface="Calibri" pitchFamily="34" charset="-120"/>
              </a:rPr>
              <a:t>Prepared by: </a:t>
            </a:r>
            <a:r>
              <a:rPr lang="en-IN" sz="1400" b="1" dirty="0">
                <a:solidFill>
                  <a:schemeClr val="bg1"/>
                </a:solidFill>
              </a:rPr>
              <a:t>Sauravi Sarode</a:t>
            </a:r>
            <a:endParaRPr lang="en-US" sz="1400" dirty="0">
              <a:solidFill>
                <a:schemeClr val="bg1"/>
              </a:solidFill>
            </a:endParaRPr>
          </a:p>
          <a:p>
            <a:r>
              <a:rPr lang="en-US" sz="1400" b="1" dirty="0">
                <a:solidFill>
                  <a:srgbClr val="CADCFC"/>
                </a:solidFill>
                <a:ea typeface="Calibri" pitchFamily="34" charset="-122"/>
                <a:cs typeface="Calibri" pitchFamily="34" charset="-120"/>
              </a:rPr>
              <a:t>Batch / Team: </a:t>
            </a:r>
            <a:r>
              <a:rPr lang="en-IN" sz="1400" b="1" dirty="0">
                <a:solidFill>
                  <a:schemeClr val="bg1"/>
                </a:solidFill>
              </a:rPr>
              <a:t>PTID-CDA-SEP-26-11277</a:t>
            </a:r>
            <a:endParaRPr lang="en-US" sz="1400" dirty="0">
              <a:solidFill>
                <a:schemeClr val="bg1"/>
              </a:solidFill>
            </a:endParaRPr>
          </a:p>
          <a:p>
            <a:r>
              <a:rPr lang="en-US" sz="1400" b="1" dirty="0">
                <a:solidFill>
                  <a:srgbClr val="CADCFC"/>
                </a:solidFill>
                <a:ea typeface="Calibri" pitchFamily="34" charset="-122"/>
                <a:cs typeface="Calibri" pitchFamily="34" charset="-120"/>
              </a:rPr>
              <a:t>Date: </a:t>
            </a:r>
            <a:r>
              <a:rPr lang="en-IN" sz="1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10-10</a:t>
            </a:r>
            <a:r>
              <a:rPr lang="en-IN" sz="1400" b="1" dirty="0">
                <a:solidFill>
                  <a:schemeClr val="bg1"/>
                </a:solidFill>
              </a:rPr>
              <a:t>-2026</a:t>
            </a:r>
          </a:p>
          <a:p>
            <a:endParaRPr lang="en-US" sz="14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4" name="Motif circle"/>
          <p:cNvSpPr/>
          <p:nvPr/>
        </p:nvSpPr>
        <p:spPr>
          <a:xfrm>
            <a:off x="6949440" y="457200"/>
            <a:ext cx="1463040" cy="14630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Motif circle small"/>
          <p:cNvSpPr/>
          <p:nvPr/>
        </p:nvSpPr>
        <p:spPr>
          <a:xfrm>
            <a:off x="7772400" y="128016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AC7727C-7533-3EE0-335F-297586BEE1B6}"/>
              </a:ext>
            </a:extLst>
          </p:cNvPr>
          <p:cNvSpPr/>
          <p:nvPr/>
        </p:nvSpPr>
        <p:spPr>
          <a:xfrm>
            <a:off x="822960" y="5394960"/>
            <a:ext cx="292608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38A78A-B4E9-7D1A-5C83-97992059A72A}"/>
              </a:ext>
            </a:extLst>
          </p:cNvPr>
          <p:cNvSpPr txBox="1"/>
          <p:nvPr/>
        </p:nvSpPr>
        <p:spPr>
          <a:xfrm>
            <a:off x="457200" y="3536910"/>
            <a:ext cx="5608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50"/>
              </a:spcAft>
              <a:buNone/>
            </a:pPr>
            <a:r>
              <a:rPr lang="en-IN" sz="1200" b="1" dirty="0">
                <a:solidFill>
                  <a:schemeClr val="bg1"/>
                </a:solidFill>
                <a:effectLst/>
                <a:ea typeface="Times New Roman" panose="02020603050405020304" pitchFamily="18" charset="0"/>
              </a:rPr>
              <a:t>Project GitHub Link - https://github.com/sarodesauravi28-ui/Fast-Food-Analysis</a:t>
            </a:r>
            <a:endParaRPr lang="en-IN" sz="1200" dirty="0">
              <a:solidFill>
                <a:schemeClr val="bg1"/>
              </a:solidFill>
              <a:effectLst/>
              <a:ea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 at a glance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512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057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records in the dataset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3716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057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restaurant chains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3716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057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McDonald's menu items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57200" y="2743200"/>
            <a:ext cx="822960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88036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Goal: </a:t>
            </a:r>
            <a:r>
              <a:rPr lang="en-US" sz="1600" dirty="0">
                <a:solidFill>
                  <a:schemeClr val="tx1"/>
                </a:solidFill>
              </a:rPr>
              <a:t>explain why McDonald's calories, sodium and protein look the way they do, and recommend improvements.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Limitation: </a:t>
            </a:r>
            <a:r>
              <a:rPr lang="en-US" sz="1600" dirty="0">
                <a:solidFill>
                  <a:schemeClr val="tx1"/>
                </a:solidFill>
              </a:rPr>
              <a:t>the dataset has no price column, so nutrition measures replace average price.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 the data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402336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ber badge 1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417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Removed useless columns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830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satish (empty), age (all zeros) and salad (all "Other")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663440" y="1280160"/>
            <a:ext cx="402336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umber badge 2"/>
          <p:cNvSpPr/>
          <p:nvPr/>
        </p:nvSpPr>
        <p:spPr>
          <a:xfrm>
            <a:off x="484632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1417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Removed duplicates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17830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/>
              <a:t>1</a:t>
            </a:r>
            <a:r>
              <a:rPr lang="en-US" sz="1400">
                <a:solidFill>
                  <a:schemeClr val="tx1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duplicate rows, leaving 511 records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457200" y="2697480"/>
            <a:ext cx="402336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ber badge 3"/>
          <p:cNvSpPr/>
          <p:nvPr/>
        </p:nvSpPr>
        <p:spPr>
          <a:xfrm>
            <a:off x="640080" y="28803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Fixed missing values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2004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Replaced "NA" with null and set numeric data types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663440" y="2697480"/>
            <a:ext cx="402336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umber badge 4"/>
          <p:cNvSpPr/>
          <p:nvPr/>
        </p:nvSpPr>
        <p:spPr>
          <a:xfrm>
            <a:off x="4846320" y="28803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4068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Created new columns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2004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Calorie Category, Is Salad and Protein per 100 Cal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2240" y="17780"/>
            <a:ext cx="128016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dashboard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F1E7C9B-61AB-018C-4855-E39D92614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40" y="302260"/>
            <a:ext cx="8859520" cy="46812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portions drive calories</a:t>
            </a:r>
            <a:endParaRPr lang="en-US" sz="28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1188720"/>
          <a:ext cx="502920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Card"/>
          <p:cNvSpPr/>
          <p:nvPr/>
        </p:nvSpPr>
        <p:spPr>
          <a:xfrm>
            <a:off x="5715000" y="1188720"/>
            <a:ext cx="2971800" cy="33832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0" y="13258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 to 2,430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8745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calories per item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240280"/>
            <a:ext cx="2514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Why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Multi-piece sharing portions, breaded and fried.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Meaning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Single items are far lower: Hamburger 250, Cheeseburger 300.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B794FF-13EA-0F64-3919-FA4560EF7E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5" y="942747"/>
            <a:ext cx="8202170" cy="3436213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47CD6D1-12F1-75FE-38C9-76EEC7C84BB5}"/>
              </a:ext>
            </a:extLst>
          </p:cNvPr>
          <p:cNvSpPr/>
          <p:nvPr/>
        </p:nvSpPr>
        <p:spPr>
          <a:xfrm>
            <a:off x="457200" y="274320"/>
            <a:ext cx="822960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and bottom 10 items </a:t>
            </a:r>
            <a:r>
              <a:rPr lang="en-US" sz="28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by calories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8028099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Sodium runs very high</a:t>
            </a:r>
            <a:endParaRPr lang="en-US" sz="28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1188720"/>
          <a:ext cx="502920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Card"/>
          <p:cNvSpPr/>
          <p:nvPr/>
        </p:nvSpPr>
        <p:spPr>
          <a:xfrm>
            <a:off x="5715000" y="1188720"/>
            <a:ext cx="2971800" cy="33832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0" y="13258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of 57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8745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items above 1,500 mg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240280"/>
            <a:ext cx="2514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Why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Breading, sauces, cheese and processed meat add salt.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Meaning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Six items exceed 2,300 mg, the daily limit. Saturated fat peaks at 27 g in the Double Bacon Smokehouse Burger.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46DD90-2C00-E93D-07DC-BDE012CBF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6080" y="1290320"/>
            <a:ext cx="5588000" cy="2570480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61625028-8732-F006-7FA3-847FFB599D2C}"/>
              </a:ext>
            </a:extLst>
          </p:cNvPr>
          <p:cNvSpPr/>
          <p:nvPr/>
        </p:nvSpPr>
        <p:spPr>
          <a:xfrm>
            <a:off x="457200" y="274320"/>
            <a:ext cx="822960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items </a:t>
            </a:r>
            <a:r>
              <a:rPr lang="en-US" sz="28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by sodium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8330207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protein per calorie</a:t>
            </a:r>
            <a:endParaRPr lang="en-US" sz="28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1188720"/>
          <a:ext cx="502920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Card"/>
          <p:cNvSpPr/>
          <p:nvPr/>
        </p:nvSpPr>
        <p:spPr>
          <a:xfrm>
            <a:off x="5715000" y="1188720"/>
            <a:ext cx="2971800" cy="33832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0" y="13258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13.13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8745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g protein per 100 calories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240280"/>
            <a:ext cx="2514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Why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Grilled chicken is lean protein, with no breading or frying.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Meaning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The Bacon Ranch Salad gives 42 g protein for 320 calories.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5040D9-70C8-3971-E894-FF82CA758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840" y="1380367"/>
            <a:ext cx="6055360" cy="2388993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21C44B40-6A76-ABE9-BF7E-D6F1994C8985}"/>
              </a:ext>
            </a:extLst>
          </p:cNvPr>
          <p:cNvSpPr/>
          <p:nvPr/>
        </p:nvSpPr>
        <p:spPr>
          <a:xfrm>
            <a:off x="457200" y="274320"/>
            <a:ext cx="8229600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/>
              <a:t> </a:t>
            </a:r>
            <a:r>
              <a:rPr lang="en-US" sz="2800" b="1" dirty="0">
                <a:latin typeface="+mj-lt"/>
              </a:rPr>
              <a:t>Most protein for the fewest calories</a:t>
            </a:r>
            <a:endParaRPr lang="en-US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8565726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Salads vs other items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251460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Salads (9 items)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332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14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calories on average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17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Sodium: 824 mg     Protein: 26 g</a:t>
            </a:r>
            <a:endParaRPr lang="en-US" sz="1600" dirty="0"/>
          </a:p>
        </p:txBody>
      </p:sp>
      <p:sp>
        <p:nvSpPr>
          <p:cNvPr id="8" name="Card"/>
          <p:cNvSpPr/>
          <p:nvPr/>
        </p:nvSpPr>
        <p:spPr>
          <a:xfrm>
            <a:off x="4663440" y="1188720"/>
            <a:ext cx="4023360" cy="251460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Non-salads (48 items)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73736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698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514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calories on average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3017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Sodium: 1,553 mg     Protein: 43 g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Why: salads replace buns, fries, fried coatings and cheese with vegetables, so calories and sodium are roughly halved. Protein is lower because there is less meat.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0CEEEE-6848-842D-334E-DC355A16A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442" y="721360"/>
            <a:ext cx="7459116" cy="3946182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BBB57F51-4A75-9133-B185-CED0D439C576}"/>
              </a:ext>
            </a:extLst>
          </p:cNvPr>
          <p:cNvSpPr/>
          <p:nvPr/>
        </p:nvSpPr>
        <p:spPr>
          <a:xfrm>
            <a:off x="842442" y="233680"/>
            <a:ext cx="8229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Salads vs other items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12298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 drives calories</a:t>
            </a:r>
            <a:endParaRPr lang="en-US" sz="2800" dirty="0"/>
          </a:p>
        </p:txBody>
      </p:sp>
      <p:sp>
        <p:nvSpPr>
          <p:cNvPr id="3" name="Screenshot frame"/>
          <p:cNvSpPr/>
          <p:nvPr/>
        </p:nvSpPr>
        <p:spPr>
          <a:xfrm>
            <a:off x="558800" y="579120"/>
            <a:ext cx="5628640" cy="40233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 w="15875">
            <a:solidFill>
              <a:srgbClr val="B8A99A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685280" y="1188720"/>
            <a:ext cx="177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685280" y="1874520"/>
            <a:ext cx="177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correlation: calories and fat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685280" y="2362200"/>
            <a:ext cx="1778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0.95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6685280" y="2941320"/>
            <a:ext cx="177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calories and sodium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02400" y="3383280"/>
            <a:ext cx="239776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Why: fat has 9 calories per gram versus 4 for carbs and protein. Meat-heavy items bring fat, salt and protein together.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B84F4C6-5D85-F1E2-A7C7-B6EA3F1E5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5100" y="672320"/>
            <a:ext cx="4153480" cy="180037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4C5FD19-ADF2-882C-AFC4-3570FFB313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5100" y="2571750"/>
            <a:ext cx="4153480" cy="18994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 summary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3182112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Finding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Why it happens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Calories up to 2,430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Multi-piece fried items listed as one item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High sodium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Breading, sauces, cheese and processed meat; 19 of 57 items above 1,500 mg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High saturated fat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Double patties, bacon and cheese, up to 27 g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Salads are lighter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Vegetables replace buns, fries and coatings: 332 vs 698 calories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Calories follow fat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 calories per gram of fat versus 4 for carbs and protein</a:t>
                      </a:r>
                      <a:endParaRPr lang="en-US" sz="1400" dirty="0"/>
                    </a:p>
                  </a:txBody>
                  <a:tcPr marL="109728" marR="109728" anchor="ctr">
                    <a:lnL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5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ber badge 1"/>
          <p:cNvSpPr/>
          <p:nvPr/>
        </p:nvSpPr>
        <p:spPr>
          <a:xfrm>
            <a:off x="640080" y="14356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984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Separate sharing portions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664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Show sharing items apart from single servings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663440" y="1188720"/>
            <a:ext cx="402336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umber badge 2"/>
          <p:cNvSpPr/>
          <p:nvPr/>
        </p:nvSpPr>
        <p:spPr>
          <a:xfrm>
            <a:off x="4846320" y="143560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12984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Add sodium warnings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1664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Flag items above 1,500 mg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457200" y="2286000"/>
            <a:ext cx="402336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ber badge 3"/>
          <p:cNvSpPr/>
          <p:nvPr/>
        </p:nvSpPr>
        <p:spPr>
          <a:xfrm>
            <a:off x="640080" y="2532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Promote grilled options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7614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Best protein per calorie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663440" y="2286000"/>
            <a:ext cx="402336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umber badge 4"/>
          <p:cNvSpPr/>
          <p:nvPr/>
        </p:nvSpPr>
        <p:spPr>
          <a:xfrm>
            <a:off x="4846320" y="253288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40680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Add lighter items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27614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Only 8 of 57 items are under 300 calories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457200" y="3383280"/>
            <a:ext cx="402336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Number badge 5"/>
          <p:cNvSpPr/>
          <p:nvPr/>
        </p:nvSpPr>
        <p:spPr>
          <a:xfrm>
            <a:off x="640080" y="36301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3630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34930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Cut fat in multi-patty burgers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38587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Lowers calories and saturated fat</a:t>
            </a:r>
            <a:endParaRPr lang="en-US" sz="1400" dirty="0"/>
          </a:p>
        </p:txBody>
      </p:sp>
      <p:sp>
        <p:nvSpPr>
          <p:cNvPr id="28" name="Card"/>
          <p:cNvSpPr/>
          <p:nvPr/>
        </p:nvSpPr>
        <p:spPr>
          <a:xfrm>
            <a:off x="4663440" y="3383280"/>
            <a:ext cx="402336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Number badge 6"/>
          <p:cNvSpPr/>
          <p:nvPr/>
        </p:nvSpPr>
        <p:spPr>
          <a:xfrm>
            <a:off x="4846320" y="363016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3630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34930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Collect price and sales data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440680" y="38587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Link nutrition to what customers buy</a:t>
            </a:r>
            <a:endParaRPr lang="en-US" sz="14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19456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</a:rPr>
              <a:t>McDonald's ranges from a 140-calorie salad to a 2,430-calorie sharing platter. The extremes come from large, fried, breaded portions, while salads and grilled chicken are the lightest, highest-value choices. Better labelling and more light options would help customers choose well.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69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Thank you. 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st Food Analysis">
  <a:themeElements>
    <a:clrScheme name="Fast Food Analysis">
      <a:dk1>
        <a:srgbClr val="2A1A10"/>
      </a:dk1>
      <a:lt1>
        <a:srgbClr val="FFFFFF"/>
      </a:lt1>
      <a:dk2>
        <a:srgbClr val="7A2E0E"/>
      </a:dk2>
      <a:lt2>
        <a:srgbClr val="FDEBD9"/>
      </a:lt2>
      <a:accent1>
        <a:srgbClr val="E8590C"/>
      </a:accent1>
      <a:accent2>
        <a:srgbClr val="F5A524"/>
      </a:accent2>
      <a:accent3>
        <a:srgbClr val="B3261E"/>
      </a:accent3>
      <a:accent4>
        <a:srgbClr val="2F7D5B"/>
      </a:accent4>
      <a:accent5>
        <a:srgbClr val="6B4F3A"/>
      </a:accent5>
      <a:accent6>
        <a:srgbClr val="8C7B6E"/>
      </a:accent6>
      <a:hlink>
        <a:srgbClr val="E8590C"/>
      </a:hlink>
      <a:folHlink>
        <a:srgbClr val="6B4F3A"/>
      </a:folHlink>
    </a:clrScheme>
    <a:fontScheme name="Fast Food Analysi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584</TotalTime>
  <Words>970</Words>
  <Application>Microsoft Office PowerPoint</Application>
  <PresentationFormat>On-screen Show (16:9)</PresentationFormat>
  <Paragraphs>144</Paragraphs>
  <Slides>16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</vt:lpstr>
      <vt:lpstr>Times New Roman</vt:lpstr>
      <vt:lpstr>Fast Food Analysis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McDonald's Nutrition: Diagnostic Analysis</dc:title>
  <dc:subject>PptxGenJS Presentation</dc:subject>
  <dc:creator>[Your Name]</dc:creator>
  <cp:lastModifiedBy>sarode.sauravi28@gmail.com</cp:lastModifiedBy>
  <cp:revision>1</cp:revision>
  <dcterms:created xsi:type="dcterms:W3CDTF">2026-10-09T12:34:41Z</dcterms:created>
  <dcterms:modified xsi:type="dcterms:W3CDTF">2026-10-11T09:44:48Z</dcterms:modified>
</cp:coreProperties>
</file>